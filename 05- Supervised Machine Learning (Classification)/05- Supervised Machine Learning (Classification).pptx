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9" r:id="rId1"/>
  </p:sldMasterIdLst>
  <p:notesMasterIdLst>
    <p:notesMasterId r:id="rId76"/>
  </p:notesMasterIdLst>
  <p:sldIdLst>
    <p:sldId id="403" r:id="rId2"/>
    <p:sldId id="265" r:id="rId3"/>
    <p:sldId id="258" r:id="rId4"/>
    <p:sldId id="260" r:id="rId5"/>
    <p:sldId id="266" r:id="rId6"/>
    <p:sldId id="268" r:id="rId7"/>
    <p:sldId id="269" r:id="rId8"/>
    <p:sldId id="270" r:id="rId9"/>
    <p:sldId id="271" r:id="rId10"/>
    <p:sldId id="272" r:id="rId11"/>
    <p:sldId id="273" r:id="rId12"/>
    <p:sldId id="274" r:id="rId13"/>
    <p:sldId id="275" r:id="rId14"/>
    <p:sldId id="276" r:id="rId15"/>
    <p:sldId id="277" r:id="rId16"/>
    <p:sldId id="278" r:id="rId17"/>
    <p:sldId id="279" r:id="rId18"/>
    <p:sldId id="280" r:id="rId19"/>
    <p:sldId id="400" r:id="rId20"/>
    <p:sldId id="281" r:id="rId21"/>
    <p:sldId id="295" r:id="rId22"/>
    <p:sldId id="282" r:id="rId23"/>
    <p:sldId id="283" r:id="rId24"/>
    <p:sldId id="284" r:id="rId25"/>
    <p:sldId id="285" r:id="rId26"/>
    <p:sldId id="286" r:id="rId27"/>
    <p:sldId id="287" r:id="rId28"/>
    <p:sldId id="288" r:id="rId29"/>
    <p:sldId id="289" r:id="rId30"/>
    <p:sldId id="290" r:id="rId31"/>
    <p:sldId id="291" r:id="rId32"/>
    <p:sldId id="292" r:id="rId33"/>
    <p:sldId id="293" r:id="rId34"/>
    <p:sldId id="294" r:id="rId35"/>
    <p:sldId id="301" r:id="rId36"/>
    <p:sldId id="304" r:id="rId37"/>
    <p:sldId id="257" r:id="rId38"/>
    <p:sldId id="305" r:id="rId39"/>
    <p:sldId id="306" r:id="rId40"/>
    <p:sldId id="307" r:id="rId41"/>
    <p:sldId id="308" r:id="rId42"/>
    <p:sldId id="309" r:id="rId43"/>
    <p:sldId id="310" r:id="rId44"/>
    <p:sldId id="311" r:id="rId45"/>
    <p:sldId id="312" r:id="rId46"/>
    <p:sldId id="313" r:id="rId47"/>
    <p:sldId id="314" r:id="rId48"/>
    <p:sldId id="341" r:id="rId49"/>
    <p:sldId id="342" r:id="rId50"/>
    <p:sldId id="362" r:id="rId51"/>
    <p:sldId id="363" r:id="rId52"/>
    <p:sldId id="369" r:id="rId53"/>
    <p:sldId id="370" r:id="rId54"/>
    <p:sldId id="371" r:id="rId55"/>
    <p:sldId id="377" r:id="rId56"/>
    <p:sldId id="372" r:id="rId57"/>
    <p:sldId id="373" r:id="rId58"/>
    <p:sldId id="374" r:id="rId59"/>
    <p:sldId id="375" r:id="rId60"/>
    <p:sldId id="376" r:id="rId61"/>
    <p:sldId id="378" r:id="rId62"/>
    <p:sldId id="380" r:id="rId63"/>
    <p:sldId id="381" r:id="rId64"/>
    <p:sldId id="382" r:id="rId65"/>
    <p:sldId id="384" r:id="rId66"/>
    <p:sldId id="385" r:id="rId67"/>
    <p:sldId id="386" r:id="rId68"/>
    <p:sldId id="387" r:id="rId69"/>
    <p:sldId id="388" r:id="rId70"/>
    <p:sldId id="389" r:id="rId71"/>
    <p:sldId id="390" r:id="rId72"/>
    <p:sldId id="391" r:id="rId73"/>
    <p:sldId id="484" r:id="rId74"/>
    <p:sldId id="485" r:id="rId7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7840ECC1-19A7-49EA-9765-04B5C474445B}">
          <p14:sldIdLst/>
        </p14:section>
        <p14:section name="Default Section" id="{5BC770E0-6D3E-45FA-9D45-C26486939B89}">
          <p14:sldIdLst>
            <p14:sldId id="403"/>
          </p14:sldIdLst>
        </p14:section>
        <p14:section name="Section 1" id="{9C5A8470-2105-4351-9E7E-7D0BEC4CC28E}">
          <p14:sldIdLst>
            <p14:sldId id="265"/>
            <p14:sldId id="258"/>
            <p14:sldId id="260"/>
            <p14:sldId id="266"/>
            <p14:sldId id="268"/>
            <p14:sldId id="269"/>
            <p14:sldId id="270"/>
            <p14:sldId id="271"/>
            <p14:sldId id="272"/>
            <p14:sldId id="273"/>
            <p14:sldId id="274"/>
            <p14:sldId id="275"/>
            <p14:sldId id="276"/>
            <p14:sldId id="277"/>
            <p14:sldId id="278"/>
            <p14:sldId id="279"/>
            <p14:sldId id="280"/>
            <p14:sldId id="400"/>
            <p14:sldId id="281"/>
            <p14:sldId id="295"/>
            <p14:sldId id="282"/>
            <p14:sldId id="283"/>
            <p14:sldId id="284"/>
            <p14:sldId id="285"/>
            <p14:sldId id="286"/>
            <p14:sldId id="287"/>
            <p14:sldId id="288"/>
            <p14:sldId id="289"/>
            <p14:sldId id="290"/>
            <p14:sldId id="291"/>
            <p14:sldId id="292"/>
            <p14:sldId id="293"/>
            <p14:sldId id="294"/>
            <p14:sldId id="301"/>
            <p14:sldId id="304"/>
            <p14:sldId id="257"/>
            <p14:sldId id="305"/>
            <p14:sldId id="306"/>
            <p14:sldId id="307"/>
            <p14:sldId id="308"/>
            <p14:sldId id="309"/>
            <p14:sldId id="310"/>
            <p14:sldId id="311"/>
            <p14:sldId id="312"/>
            <p14:sldId id="313"/>
            <p14:sldId id="314"/>
            <p14:sldId id="341"/>
            <p14:sldId id="342"/>
            <p14:sldId id="362"/>
            <p14:sldId id="363"/>
            <p14:sldId id="369"/>
            <p14:sldId id="370"/>
            <p14:sldId id="371"/>
            <p14:sldId id="377"/>
            <p14:sldId id="372"/>
            <p14:sldId id="373"/>
            <p14:sldId id="374"/>
            <p14:sldId id="375"/>
            <p14:sldId id="376"/>
            <p14:sldId id="378"/>
            <p14:sldId id="380"/>
            <p14:sldId id="381"/>
            <p14:sldId id="382"/>
            <p14:sldId id="384"/>
            <p14:sldId id="385"/>
            <p14:sldId id="386"/>
            <p14:sldId id="387"/>
            <p14:sldId id="388"/>
            <p14:sldId id="389"/>
            <p14:sldId id="390"/>
            <p14:sldId id="391"/>
            <p14:sldId id="484"/>
            <p14:sldId id="48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204" autoAdjust="0"/>
    <p:restoredTop sz="94660"/>
  </p:normalViewPr>
  <p:slideViewPr>
    <p:cSldViewPr snapToGrid="0">
      <p:cViewPr varScale="1">
        <p:scale>
          <a:sx n="81" d="100"/>
          <a:sy n="81" d="100"/>
        </p:scale>
        <p:origin x="744"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diagrams/_rels/data1.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svg"/><Relationship Id="rId1" Type="http://schemas.openxmlformats.org/officeDocument/2006/relationships/image" Target="../media/image6.png"/><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diagrams/_rels/data2.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image" Target="../media/image15.svg"/><Relationship Id="rId1" Type="http://schemas.openxmlformats.org/officeDocument/2006/relationships/image" Target="../media/image14.png"/><Relationship Id="rId6" Type="http://schemas.openxmlformats.org/officeDocument/2006/relationships/image" Target="../media/image19.svg"/><Relationship Id="rId5" Type="http://schemas.openxmlformats.org/officeDocument/2006/relationships/image" Target="../media/image18.png"/><Relationship Id="rId10" Type="http://schemas.openxmlformats.org/officeDocument/2006/relationships/image" Target="../media/image23.svg"/><Relationship Id="rId4" Type="http://schemas.openxmlformats.org/officeDocument/2006/relationships/image" Target="../media/image17.svg"/><Relationship Id="rId9" Type="http://schemas.openxmlformats.org/officeDocument/2006/relationships/image" Target="../media/image22.png"/></Relationships>
</file>

<file path=ppt/diagrams/_rels/data6.xml.rels><?xml version="1.0" encoding="UTF-8" standalone="yes"?>
<Relationships xmlns="http://schemas.openxmlformats.org/package/2006/relationships"><Relationship Id="rId8" Type="http://schemas.openxmlformats.org/officeDocument/2006/relationships/image" Target="../media/image46.svg"/><Relationship Id="rId3" Type="http://schemas.openxmlformats.org/officeDocument/2006/relationships/image" Target="../media/image41.png"/><Relationship Id="rId7" Type="http://schemas.openxmlformats.org/officeDocument/2006/relationships/image" Target="../media/image45.png"/><Relationship Id="rId2" Type="http://schemas.openxmlformats.org/officeDocument/2006/relationships/image" Target="../media/image40.svg"/><Relationship Id="rId1" Type="http://schemas.openxmlformats.org/officeDocument/2006/relationships/image" Target="../media/image39.png"/><Relationship Id="rId6" Type="http://schemas.openxmlformats.org/officeDocument/2006/relationships/image" Target="../media/image44.svg"/><Relationship Id="rId5" Type="http://schemas.openxmlformats.org/officeDocument/2006/relationships/image" Target="../media/image43.png"/><Relationship Id="rId10" Type="http://schemas.openxmlformats.org/officeDocument/2006/relationships/image" Target="../media/image48.svg"/><Relationship Id="rId4" Type="http://schemas.openxmlformats.org/officeDocument/2006/relationships/image" Target="../media/image42.svg"/><Relationship Id="rId9" Type="http://schemas.openxmlformats.org/officeDocument/2006/relationships/image" Target="../media/image47.png"/></Relationships>
</file>

<file path=ppt/diagrams/_rels/drawing1.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svg"/><Relationship Id="rId1" Type="http://schemas.openxmlformats.org/officeDocument/2006/relationships/image" Target="../media/image6.png"/><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diagrams/_rels/drawing2.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image" Target="../media/image15.svg"/><Relationship Id="rId1" Type="http://schemas.openxmlformats.org/officeDocument/2006/relationships/image" Target="../media/image14.png"/><Relationship Id="rId6" Type="http://schemas.openxmlformats.org/officeDocument/2006/relationships/image" Target="../media/image19.svg"/><Relationship Id="rId5" Type="http://schemas.openxmlformats.org/officeDocument/2006/relationships/image" Target="../media/image18.png"/><Relationship Id="rId10" Type="http://schemas.openxmlformats.org/officeDocument/2006/relationships/image" Target="../media/image23.svg"/><Relationship Id="rId4" Type="http://schemas.openxmlformats.org/officeDocument/2006/relationships/image" Target="../media/image17.svg"/><Relationship Id="rId9" Type="http://schemas.openxmlformats.org/officeDocument/2006/relationships/image" Target="../media/image22.png"/></Relationships>
</file>

<file path=ppt/diagrams/_rels/drawing6.xml.rels><?xml version="1.0" encoding="UTF-8" standalone="yes"?>
<Relationships xmlns="http://schemas.openxmlformats.org/package/2006/relationships"><Relationship Id="rId8" Type="http://schemas.openxmlformats.org/officeDocument/2006/relationships/image" Target="../media/image46.svg"/><Relationship Id="rId3" Type="http://schemas.openxmlformats.org/officeDocument/2006/relationships/image" Target="../media/image41.png"/><Relationship Id="rId7" Type="http://schemas.openxmlformats.org/officeDocument/2006/relationships/image" Target="../media/image45.png"/><Relationship Id="rId2" Type="http://schemas.openxmlformats.org/officeDocument/2006/relationships/image" Target="../media/image40.svg"/><Relationship Id="rId1" Type="http://schemas.openxmlformats.org/officeDocument/2006/relationships/image" Target="../media/image39.png"/><Relationship Id="rId6" Type="http://schemas.openxmlformats.org/officeDocument/2006/relationships/image" Target="../media/image44.svg"/><Relationship Id="rId5" Type="http://schemas.openxmlformats.org/officeDocument/2006/relationships/image" Target="../media/image43.png"/><Relationship Id="rId10" Type="http://schemas.openxmlformats.org/officeDocument/2006/relationships/image" Target="../media/image48.svg"/><Relationship Id="rId4" Type="http://schemas.openxmlformats.org/officeDocument/2006/relationships/image" Target="../media/image42.svg"/><Relationship Id="rId9" Type="http://schemas.openxmlformats.org/officeDocument/2006/relationships/image" Target="../media/image47.png"/></Relationships>
</file>

<file path=ppt/diagrams/colors1.xml><?xml version="1.0" encoding="utf-8"?>
<dgm:colorsDef xmlns:dgm="http://schemas.openxmlformats.org/drawingml/2006/diagram" xmlns:a="http://schemas.openxmlformats.org/drawingml/2006/main" uniqueId="urn:microsoft.com/office/officeart/2018/5/colors/Iconchunking_neutralbg_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a:alpha val="0"/>
      </a:schemeClr>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F7B2395-71E7-4B75-9F62-CED0A36764C5}" type="doc">
      <dgm:prSet loTypeId="urn:microsoft.com/office/officeart/2018/2/layout/IconCircleList" loCatId="icon" qsTypeId="urn:microsoft.com/office/officeart/2005/8/quickstyle/simple1" qsCatId="simple" csTypeId="urn:microsoft.com/office/officeart/2018/5/colors/Iconchunking_neutralbg_colorful2" csCatId="colorful" phldr="1"/>
      <dgm:spPr/>
      <dgm:t>
        <a:bodyPr/>
        <a:lstStyle/>
        <a:p>
          <a:endParaRPr lang="en-US"/>
        </a:p>
      </dgm:t>
    </dgm:pt>
    <dgm:pt modelId="{FDB99187-3488-4A3B-9134-A51FCDF52C42}">
      <dgm:prSet/>
      <dgm:spPr/>
      <dgm:t>
        <a:bodyPr/>
        <a:lstStyle/>
        <a:p>
          <a:r>
            <a:rPr lang="en-US" b="1" dirty="0"/>
            <a:t>Data storage utilizes observation, memory, and recall to provide a factual basis for further reasoning.</a:t>
          </a:r>
        </a:p>
      </dgm:t>
    </dgm:pt>
    <dgm:pt modelId="{277BC85B-D781-4652-84AD-0C61FDA09C1C}" type="parTrans" cxnId="{08141B62-7AE1-461D-9E79-27C7DE0264F6}">
      <dgm:prSet/>
      <dgm:spPr/>
      <dgm:t>
        <a:bodyPr/>
        <a:lstStyle/>
        <a:p>
          <a:endParaRPr lang="en-US"/>
        </a:p>
      </dgm:t>
    </dgm:pt>
    <dgm:pt modelId="{8139B3CE-9191-4F4B-AC93-B759D086137A}" type="sibTrans" cxnId="{08141B62-7AE1-461D-9E79-27C7DE0264F6}">
      <dgm:prSet/>
      <dgm:spPr/>
      <dgm:t>
        <a:bodyPr/>
        <a:lstStyle/>
        <a:p>
          <a:endParaRPr lang="en-US"/>
        </a:p>
      </dgm:t>
    </dgm:pt>
    <dgm:pt modelId="{8125323A-BD21-44FA-8A52-0D9CD193270A}">
      <dgm:prSet custT="1"/>
      <dgm:spPr/>
      <dgm:t>
        <a:bodyPr/>
        <a:lstStyle/>
        <a:p>
          <a:r>
            <a:rPr lang="en-US" sz="1400" b="1" i="0" dirty="0"/>
            <a:t>Abstraction involves transforming raw data into higher-level representations or features that capture essential information. This process often includes data preprocessing, feature engineering, and data transformation to make it suitable for modeling. Abstraction is essential for reducing noise and highlighting relevant patterns.</a:t>
          </a:r>
          <a:endParaRPr lang="en-US" sz="1400" b="1" dirty="0"/>
        </a:p>
      </dgm:t>
    </dgm:pt>
    <dgm:pt modelId="{B87DD456-1D78-4F8E-880E-4D279EBE10BF}" type="parTrans" cxnId="{09B3F65F-ED0B-495F-AFA5-7CC7E6ADE2F8}">
      <dgm:prSet/>
      <dgm:spPr/>
      <dgm:t>
        <a:bodyPr/>
        <a:lstStyle/>
        <a:p>
          <a:endParaRPr lang="en-US"/>
        </a:p>
      </dgm:t>
    </dgm:pt>
    <dgm:pt modelId="{3E16974E-6104-4835-B126-0EB7D4662036}" type="sibTrans" cxnId="{09B3F65F-ED0B-495F-AFA5-7CC7E6ADE2F8}">
      <dgm:prSet/>
      <dgm:spPr/>
      <dgm:t>
        <a:bodyPr/>
        <a:lstStyle/>
        <a:p>
          <a:endParaRPr lang="en-US"/>
        </a:p>
      </dgm:t>
    </dgm:pt>
    <dgm:pt modelId="{308D1DC4-369B-4D9A-AF0C-21F33B5957EC}">
      <dgm:prSet/>
      <dgm:spPr/>
      <dgm:t>
        <a:bodyPr/>
        <a:lstStyle/>
        <a:p>
          <a:r>
            <a:rPr lang="en-US" b="1" dirty="0"/>
            <a:t>Generalization uses abstracted data to create knowledge and inferences that drive action in new contexts.</a:t>
          </a:r>
        </a:p>
      </dgm:t>
    </dgm:pt>
    <dgm:pt modelId="{937DB73A-C9D6-47FA-ACDF-6CCF375E0EFD}" type="parTrans" cxnId="{EE9C79F9-A2C9-4E26-A19A-86AA7D6C71E9}">
      <dgm:prSet/>
      <dgm:spPr/>
      <dgm:t>
        <a:bodyPr/>
        <a:lstStyle/>
        <a:p>
          <a:endParaRPr lang="en-US"/>
        </a:p>
      </dgm:t>
    </dgm:pt>
    <dgm:pt modelId="{7CC70B78-F59F-4BD3-A61D-3A7C913F45E1}" type="sibTrans" cxnId="{EE9C79F9-A2C9-4E26-A19A-86AA7D6C71E9}">
      <dgm:prSet/>
      <dgm:spPr/>
      <dgm:t>
        <a:bodyPr/>
        <a:lstStyle/>
        <a:p>
          <a:endParaRPr lang="en-US"/>
        </a:p>
      </dgm:t>
    </dgm:pt>
    <dgm:pt modelId="{F93E4222-47B9-4AD9-9653-FB4288149F0E}">
      <dgm:prSet/>
      <dgm:spPr/>
      <dgm:t>
        <a:bodyPr/>
        <a:lstStyle/>
        <a:p>
          <a:r>
            <a:rPr lang="en-US" b="1" dirty="0"/>
            <a:t>Evaluation provides a feedback mechanism to measure the utility of learned knowledge and inform potential improvements.</a:t>
          </a:r>
        </a:p>
      </dgm:t>
    </dgm:pt>
    <dgm:pt modelId="{F6676658-56BC-40B2-AF91-36B556105DB5}" type="parTrans" cxnId="{6FBF234B-4084-4047-B67D-194FEDBCD574}">
      <dgm:prSet/>
      <dgm:spPr/>
      <dgm:t>
        <a:bodyPr/>
        <a:lstStyle/>
        <a:p>
          <a:endParaRPr lang="en-US"/>
        </a:p>
      </dgm:t>
    </dgm:pt>
    <dgm:pt modelId="{F0B4CA24-BCDA-440D-A5E1-D8D1F8769E34}" type="sibTrans" cxnId="{6FBF234B-4084-4047-B67D-194FEDBCD574}">
      <dgm:prSet/>
      <dgm:spPr/>
      <dgm:t>
        <a:bodyPr/>
        <a:lstStyle/>
        <a:p>
          <a:endParaRPr lang="en-US"/>
        </a:p>
      </dgm:t>
    </dgm:pt>
    <dgm:pt modelId="{5B4829CD-BED0-4165-85C4-E98DE6ED61BB}" type="pres">
      <dgm:prSet presAssocID="{EF7B2395-71E7-4B75-9F62-CED0A36764C5}" presName="root" presStyleCnt="0">
        <dgm:presLayoutVars>
          <dgm:dir/>
          <dgm:resizeHandles val="exact"/>
        </dgm:presLayoutVars>
      </dgm:prSet>
      <dgm:spPr/>
    </dgm:pt>
    <dgm:pt modelId="{BFF67BA0-C63D-4948-B337-1F2E82F42870}" type="pres">
      <dgm:prSet presAssocID="{EF7B2395-71E7-4B75-9F62-CED0A36764C5}" presName="container" presStyleCnt="0">
        <dgm:presLayoutVars>
          <dgm:dir/>
          <dgm:resizeHandles val="exact"/>
        </dgm:presLayoutVars>
      </dgm:prSet>
      <dgm:spPr/>
    </dgm:pt>
    <dgm:pt modelId="{62DD7D92-1665-4FBC-9204-3C4A2DE1E697}" type="pres">
      <dgm:prSet presAssocID="{FDB99187-3488-4A3B-9134-A51FCDF52C42}" presName="compNode" presStyleCnt="0"/>
      <dgm:spPr/>
    </dgm:pt>
    <dgm:pt modelId="{07012D48-FF91-4AFE-AA76-BC67ABA5AB72}" type="pres">
      <dgm:prSet presAssocID="{FDB99187-3488-4A3B-9134-A51FCDF52C42}" presName="iconBgRect" presStyleLbl="bgShp" presStyleIdx="0" presStyleCnt="4"/>
      <dgm:spPr/>
    </dgm:pt>
    <dgm:pt modelId="{75188FFD-B960-414D-BEFC-72D108181B33}" type="pres">
      <dgm:prSet presAssocID="{FDB99187-3488-4A3B-9134-A51FCDF52C42}"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ead with Gears"/>
        </a:ext>
      </dgm:extLst>
    </dgm:pt>
    <dgm:pt modelId="{F08FA5E0-2CAB-4DCA-9AD2-88FAA59DB8ED}" type="pres">
      <dgm:prSet presAssocID="{FDB99187-3488-4A3B-9134-A51FCDF52C42}" presName="spaceRect" presStyleCnt="0"/>
      <dgm:spPr/>
    </dgm:pt>
    <dgm:pt modelId="{EF855E57-2A24-4679-B94E-34326AC86A45}" type="pres">
      <dgm:prSet presAssocID="{FDB99187-3488-4A3B-9134-A51FCDF52C42}" presName="textRect" presStyleLbl="revTx" presStyleIdx="0" presStyleCnt="4">
        <dgm:presLayoutVars>
          <dgm:chMax val="1"/>
          <dgm:chPref val="1"/>
        </dgm:presLayoutVars>
      </dgm:prSet>
      <dgm:spPr/>
    </dgm:pt>
    <dgm:pt modelId="{D517077F-2B75-45B9-A73F-0B5B1FD965A4}" type="pres">
      <dgm:prSet presAssocID="{8139B3CE-9191-4F4B-AC93-B759D086137A}" presName="sibTrans" presStyleLbl="sibTrans2D1" presStyleIdx="0" presStyleCnt="0"/>
      <dgm:spPr/>
    </dgm:pt>
    <dgm:pt modelId="{872A834F-F7D5-4F50-93D1-97F253D2D124}" type="pres">
      <dgm:prSet presAssocID="{8125323A-BD21-44FA-8A52-0D9CD193270A}" presName="compNode" presStyleCnt="0"/>
      <dgm:spPr/>
    </dgm:pt>
    <dgm:pt modelId="{C393C928-46CE-45A4-AE42-3AEFD6789481}" type="pres">
      <dgm:prSet presAssocID="{8125323A-BD21-44FA-8A52-0D9CD193270A}" presName="iconBgRect" presStyleLbl="bgShp" presStyleIdx="1" presStyleCnt="4"/>
      <dgm:spPr/>
    </dgm:pt>
    <dgm:pt modelId="{09CDAE53-1929-4B20-8DC1-0C1A7EB90EBB}" type="pres">
      <dgm:prSet presAssocID="{8125323A-BD21-44FA-8A52-0D9CD193270A}"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Flowchart"/>
        </a:ext>
      </dgm:extLst>
    </dgm:pt>
    <dgm:pt modelId="{EFC3F50C-FB94-4409-A438-870D666C7E1E}" type="pres">
      <dgm:prSet presAssocID="{8125323A-BD21-44FA-8A52-0D9CD193270A}" presName="spaceRect" presStyleCnt="0"/>
      <dgm:spPr/>
    </dgm:pt>
    <dgm:pt modelId="{1D4340DD-DBB6-4B11-8140-C2AB20A57371}" type="pres">
      <dgm:prSet presAssocID="{8125323A-BD21-44FA-8A52-0D9CD193270A}" presName="textRect" presStyleLbl="revTx" presStyleIdx="1" presStyleCnt="4">
        <dgm:presLayoutVars>
          <dgm:chMax val="1"/>
          <dgm:chPref val="1"/>
        </dgm:presLayoutVars>
      </dgm:prSet>
      <dgm:spPr/>
    </dgm:pt>
    <dgm:pt modelId="{C3B1F100-74A6-4289-BA1F-94179D1BEC26}" type="pres">
      <dgm:prSet presAssocID="{3E16974E-6104-4835-B126-0EB7D4662036}" presName="sibTrans" presStyleLbl="sibTrans2D1" presStyleIdx="0" presStyleCnt="0"/>
      <dgm:spPr/>
    </dgm:pt>
    <dgm:pt modelId="{5F07C91B-8FB1-42D1-98CE-729DC420892A}" type="pres">
      <dgm:prSet presAssocID="{308D1DC4-369B-4D9A-AF0C-21F33B5957EC}" presName="compNode" presStyleCnt="0"/>
      <dgm:spPr/>
    </dgm:pt>
    <dgm:pt modelId="{082E591E-4EE2-4A1E-902D-A1941841997D}" type="pres">
      <dgm:prSet presAssocID="{308D1DC4-369B-4D9A-AF0C-21F33B5957EC}" presName="iconBgRect" presStyleLbl="bgShp" presStyleIdx="2" presStyleCnt="4"/>
      <dgm:spPr/>
    </dgm:pt>
    <dgm:pt modelId="{1F8CE80F-9691-4444-91A5-C28190617F37}" type="pres">
      <dgm:prSet presAssocID="{308D1DC4-369B-4D9A-AF0C-21F33B5957EC}"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tatistics"/>
        </a:ext>
      </dgm:extLst>
    </dgm:pt>
    <dgm:pt modelId="{6334779D-DBAB-485C-86A7-678C76AA21AD}" type="pres">
      <dgm:prSet presAssocID="{308D1DC4-369B-4D9A-AF0C-21F33B5957EC}" presName="spaceRect" presStyleCnt="0"/>
      <dgm:spPr/>
    </dgm:pt>
    <dgm:pt modelId="{3177EDAD-AB21-4D36-9E28-58405454DEF8}" type="pres">
      <dgm:prSet presAssocID="{308D1DC4-369B-4D9A-AF0C-21F33B5957EC}" presName="textRect" presStyleLbl="revTx" presStyleIdx="2" presStyleCnt="4">
        <dgm:presLayoutVars>
          <dgm:chMax val="1"/>
          <dgm:chPref val="1"/>
        </dgm:presLayoutVars>
      </dgm:prSet>
      <dgm:spPr/>
    </dgm:pt>
    <dgm:pt modelId="{06A325CD-3BD6-4145-8773-5D7BA896869B}" type="pres">
      <dgm:prSet presAssocID="{7CC70B78-F59F-4BD3-A61D-3A7C913F45E1}" presName="sibTrans" presStyleLbl="sibTrans2D1" presStyleIdx="0" presStyleCnt="0"/>
      <dgm:spPr/>
    </dgm:pt>
    <dgm:pt modelId="{A1CE4588-35E0-4CF9-876C-C17F2CCD6748}" type="pres">
      <dgm:prSet presAssocID="{F93E4222-47B9-4AD9-9653-FB4288149F0E}" presName="compNode" presStyleCnt="0"/>
      <dgm:spPr/>
    </dgm:pt>
    <dgm:pt modelId="{C6328F59-0876-440D-81F3-4EB59EA03237}" type="pres">
      <dgm:prSet presAssocID="{F93E4222-47B9-4AD9-9653-FB4288149F0E}" presName="iconBgRect" presStyleLbl="bgShp" presStyleIdx="3" presStyleCnt="4"/>
      <dgm:spPr/>
    </dgm:pt>
    <dgm:pt modelId="{F804904F-4813-4030-9454-CCDFA7CA1248}" type="pres">
      <dgm:prSet presAssocID="{F93E4222-47B9-4AD9-9653-FB4288149F0E}"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Business Growth"/>
        </a:ext>
      </dgm:extLst>
    </dgm:pt>
    <dgm:pt modelId="{ECB97634-4122-4BFB-BB7C-2743093542C2}" type="pres">
      <dgm:prSet presAssocID="{F93E4222-47B9-4AD9-9653-FB4288149F0E}" presName="spaceRect" presStyleCnt="0"/>
      <dgm:spPr/>
    </dgm:pt>
    <dgm:pt modelId="{23E4CC0F-F5B5-4049-AAE1-BAFBFA9336E8}" type="pres">
      <dgm:prSet presAssocID="{F93E4222-47B9-4AD9-9653-FB4288149F0E}" presName="textRect" presStyleLbl="revTx" presStyleIdx="3" presStyleCnt="4">
        <dgm:presLayoutVars>
          <dgm:chMax val="1"/>
          <dgm:chPref val="1"/>
        </dgm:presLayoutVars>
      </dgm:prSet>
      <dgm:spPr/>
    </dgm:pt>
  </dgm:ptLst>
  <dgm:cxnLst>
    <dgm:cxn modelId="{AC846939-1227-4808-8482-C4FFB666D448}" type="presOf" srcId="{308D1DC4-369B-4D9A-AF0C-21F33B5957EC}" destId="{3177EDAD-AB21-4D36-9E28-58405454DEF8}" srcOrd="0" destOrd="0" presId="urn:microsoft.com/office/officeart/2018/2/layout/IconCircleList"/>
    <dgm:cxn modelId="{09B3F65F-ED0B-495F-AFA5-7CC7E6ADE2F8}" srcId="{EF7B2395-71E7-4B75-9F62-CED0A36764C5}" destId="{8125323A-BD21-44FA-8A52-0D9CD193270A}" srcOrd="1" destOrd="0" parTransId="{B87DD456-1D78-4F8E-880E-4D279EBE10BF}" sibTransId="{3E16974E-6104-4835-B126-0EB7D4662036}"/>
    <dgm:cxn modelId="{08141B62-7AE1-461D-9E79-27C7DE0264F6}" srcId="{EF7B2395-71E7-4B75-9F62-CED0A36764C5}" destId="{FDB99187-3488-4A3B-9134-A51FCDF52C42}" srcOrd="0" destOrd="0" parTransId="{277BC85B-D781-4652-84AD-0C61FDA09C1C}" sibTransId="{8139B3CE-9191-4F4B-AC93-B759D086137A}"/>
    <dgm:cxn modelId="{6FBF234B-4084-4047-B67D-194FEDBCD574}" srcId="{EF7B2395-71E7-4B75-9F62-CED0A36764C5}" destId="{F93E4222-47B9-4AD9-9653-FB4288149F0E}" srcOrd="3" destOrd="0" parTransId="{F6676658-56BC-40B2-AF91-36B556105DB5}" sibTransId="{F0B4CA24-BCDA-440D-A5E1-D8D1F8769E34}"/>
    <dgm:cxn modelId="{8185D251-989F-460B-8D72-421BFD1AA37D}" type="presOf" srcId="{FDB99187-3488-4A3B-9134-A51FCDF52C42}" destId="{EF855E57-2A24-4679-B94E-34326AC86A45}" srcOrd="0" destOrd="0" presId="urn:microsoft.com/office/officeart/2018/2/layout/IconCircleList"/>
    <dgm:cxn modelId="{3F92EC72-F669-4299-8FC4-2194DF9C79C2}" type="presOf" srcId="{8125323A-BD21-44FA-8A52-0D9CD193270A}" destId="{1D4340DD-DBB6-4B11-8140-C2AB20A57371}" srcOrd="0" destOrd="0" presId="urn:microsoft.com/office/officeart/2018/2/layout/IconCircleList"/>
    <dgm:cxn modelId="{ADF3D856-6BBA-4AF6-87C2-2BEBD8E93C4C}" type="presOf" srcId="{8139B3CE-9191-4F4B-AC93-B759D086137A}" destId="{D517077F-2B75-45B9-A73F-0B5B1FD965A4}" srcOrd="0" destOrd="0" presId="urn:microsoft.com/office/officeart/2018/2/layout/IconCircleList"/>
    <dgm:cxn modelId="{F7E85085-2DA8-4A7A-96AF-907AADB0C52B}" type="presOf" srcId="{EF7B2395-71E7-4B75-9F62-CED0A36764C5}" destId="{5B4829CD-BED0-4165-85C4-E98DE6ED61BB}" srcOrd="0" destOrd="0" presId="urn:microsoft.com/office/officeart/2018/2/layout/IconCircleList"/>
    <dgm:cxn modelId="{4CE071AC-7D4E-4596-ACDB-F49B5C88C6BA}" type="presOf" srcId="{F93E4222-47B9-4AD9-9653-FB4288149F0E}" destId="{23E4CC0F-F5B5-4049-AAE1-BAFBFA9336E8}" srcOrd="0" destOrd="0" presId="urn:microsoft.com/office/officeart/2018/2/layout/IconCircleList"/>
    <dgm:cxn modelId="{F30035AF-B160-418D-9DF6-F69181CCD274}" type="presOf" srcId="{7CC70B78-F59F-4BD3-A61D-3A7C913F45E1}" destId="{06A325CD-3BD6-4145-8773-5D7BA896869B}" srcOrd="0" destOrd="0" presId="urn:microsoft.com/office/officeart/2018/2/layout/IconCircleList"/>
    <dgm:cxn modelId="{F78543B6-57FA-494D-894A-072BA455EA96}" type="presOf" srcId="{3E16974E-6104-4835-B126-0EB7D4662036}" destId="{C3B1F100-74A6-4289-BA1F-94179D1BEC26}" srcOrd="0" destOrd="0" presId="urn:microsoft.com/office/officeart/2018/2/layout/IconCircleList"/>
    <dgm:cxn modelId="{EE9C79F9-A2C9-4E26-A19A-86AA7D6C71E9}" srcId="{EF7B2395-71E7-4B75-9F62-CED0A36764C5}" destId="{308D1DC4-369B-4D9A-AF0C-21F33B5957EC}" srcOrd="2" destOrd="0" parTransId="{937DB73A-C9D6-47FA-ACDF-6CCF375E0EFD}" sibTransId="{7CC70B78-F59F-4BD3-A61D-3A7C913F45E1}"/>
    <dgm:cxn modelId="{69E49D50-8097-4E4A-9450-0314324F1C45}" type="presParOf" srcId="{5B4829CD-BED0-4165-85C4-E98DE6ED61BB}" destId="{BFF67BA0-C63D-4948-B337-1F2E82F42870}" srcOrd="0" destOrd="0" presId="urn:microsoft.com/office/officeart/2018/2/layout/IconCircleList"/>
    <dgm:cxn modelId="{B7318BB5-7421-442C-B6C0-E5B9CCF65585}" type="presParOf" srcId="{BFF67BA0-C63D-4948-B337-1F2E82F42870}" destId="{62DD7D92-1665-4FBC-9204-3C4A2DE1E697}" srcOrd="0" destOrd="0" presId="urn:microsoft.com/office/officeart/2018/2/layout/IconCircleList"/>
    <dgm:cxn modelId="{C907D51F-BE15-4C04-B1F9-95B1E024531E}" type="presParOf" srcId="{62DD7D92-1665-4FBC-9204-3C4A2DE1E697}" destId="{07012D48-FF91-4AFE-AA76-BC67ABA5AB72}" srcOrd="0" destOrd="0" presId="urn:microsoft.com/office/officeart/2018/2/layout/IconCircleList"/>
    <dgm:cxn modelId="{2686FCDE-11EF-4B19-A025-A6A7CEEA27BA}" type="presParOf" srcId="{62DD7D92-1665-4FBC-9204-3C4A2DE1E697}" destId="{75188FFD-B960-414D-BEFC-72D108181B33}" srcOrd="1" destOrd="0" presId="urn:microsoft.com/office/officeart/2018/2/layout/IconCircleList"/>
    <dgm:cxn modelId="{608F2AC2-7B93-454A-B457-BE2C7A5052E9}" type="presParOf" srcId="{62DD7D92-1665-4FBC-9204-3C4A2DE1E697}" destId="{F08FA5E0-2CAB-4DCA-9AD2-88FAA59DB8ED}" srcOrd="2" destOrd="0" presId="urn:microsoft.com/office/officeart/2018/2/layout/IconCircleList"/>
    <dgm:cxn modelId="{B916414A-7063-4B5B-ABD4-31CF25F51B07}" type="presParOf" srcId="{62DD7D92-1665-4FBC-9204-3C4A2DE1E697}" destId="{EF855E57-2A24-4679-B94E-34326AC86A45}" srcOrd="3" destOrd="0" presId="urn:microsoft.com/office/officeart/2018/2/layout/IconCircleList"/>
    <dgm:cxn modelId="{8E6E8159-A5B2-474C-915A-6326DD8DD9FA}" type="presParOf" srcId="{BFF67BA0-C63D-4948-B337-1F2E82F42870}" destId="{D517077F-2B75-45B9-A73F-0B5B1FD965A4}" srcOrd="1" destOrd="0" presId="urn:microsoft.com/office/officeart/2018/2/layout/IconCircleList"/>
    <dgm:cxn modelId="{0CB16ADE-E351-451D-BF78-09E526E091CF}" type="presParOf" srcId="{BFF67BA0-C63D-4948-B337-1F2E82F42870}" destId="{872A834F-F7D5-4F50-93D1-97F253D2D124}" srcOrd="2" destOrd="0" presId="urn:microsoft.com/office/officeart/2018/2/layout/IconCircleList"/>
    <dgm:cxn modelId="{12142B8D-9AE6-4528-BF91-B56380ABE8EF}" type="presParOf" srcId="{872A834F-F7D5-4F50-93D1-97F253D2D124}" destId="{C393C928-46CE-45A4-AE42-3AEFD6789481}" srcOrd="0" destOrd="0" presId="urn:microsoft.com/office/officeart/2018/2/layout/IconCircleList"/>
    <dgm:cxn modelId="{7FF5478B-1A7D-45EA-B44C-782297B5C1AC}" type="presParOf" srcId="{872A834F-F7D5-4F50-93D1-97F253D2D124}" destId="{09CDAE53-1929-4B20-8DC1-0C1A7EB90EBB}" srcOrd="1" destOrd="0" presId="urn:microsoft.com/office/officeart/2018/2/layout/IconCircleList"/>
    <dgm:cxn modelId="{C77D1E54-FD54-4717-8926-934D30EC630E}" type="presParOf" srcId="{872A834F-F7D5-4F50-93D1-97F253D2D124}" destId="{EFC3F50C-FB94-4409-A438-870D666C7E1E}" srcOrd="2" destOrd="0" presId="urn:microsoft.com/office/officeart/2018/2/layout/IconCircleList"/>
    <dgm:cxn modelId="{56E0B1F2-EC58-4F43-9853-248F4A99AFDC}" type="presParOf" srcId="{872A834F-F7D5-4F50-93D1-97F253D2D124}" destId="{1D4340DD-DBB6-4B11-8140-C2AB20A57371}" srcOrd="3" destOrd="0" presId="urn:microsoft.com/office/officeart/2018/2/layout/IconCircleList"/>
    <dgm:cxn modelId="{E1304910-C5C4-4E34-8C90-47206B30C660}" type="presParOf" srcId="{BFF67BA0-C63D-4948-B337-1F2E82F42870}" destId="{C3B1F100-74A6-4289-BA1F-94179D1BEC26}" srcOrd="3" destOrd="0" presId="urn:microsoft.com/office/officeart/2018/2/layout/IconCircleList"/>
    <dgm:cxn modelId="{A0D95642-855C-4962-A979-4F31408966D3}" type="presParOf" srcId="{BFF67BA0-C63D-4948-B337-1F2E82F42870}" destId="{5F07C91B-8FB1-42D1-98CE-729DC420892A}" srcOrd="4" destOrd="0" presId="urn:microsoft.com/office/officeart/2018/2/layout/IconCircleList"/>
    <dgm:cxn modelId="{4EA153C4-0015-4F86-99C5-50B118A80EEB}" type="presParOf" srcId="{5F07C91B-8FB1-42D1-98CE-729DC420892A}" destId="{082E591E-4EE2-4A1E-902D-A1941841997D}" srcOrd="0" destOrd="0" presId="urn:microsoft.com/office/officeart/2018/2/layout/IconCircleList"/>
    <dgm:cxn modelId="{4834A732-0B35-4073-B5E0-E1BB155C4C77}" type="presParOf" srcId="{5F07C91B-8FB1-42D1-98CE-729DC420892A}" destId="{1F8CE80F-9691-4444-91A5-C28190617F37}" srcOrd="1" destOrd="0" presId="urn:microsoft.com/office/officeart/2018/2/layout/IconCircleList"/>
    <dgm:cxn modelId="{BACA0FD4-0F47-497A-857F-C28F0300BDDC}" type="presParOf" srcId="{5F07C91B-8FB1-42D1-98CE-729DC420892A}" destId="{6334779D-DBAB-485C-86A7-678C76AA21AD}" srcOrd="2" destOrd="0" presId="urn:microsoft.com/office/officeart/2018/2/layout/IconCircleList"/>
    <dgm:cxn modelId="{F30F6BC4-A549-4B06-A6E3-CDE0FCD746B3}" type="presParOf" srcId="{5F07C91B-8FB1-42D1-98CE-729DC420892A}" destId="{3177EDAD-AB21-4D36-9E28-58405454DEF8}" srcOrd="3" destOrd="0" presId="urn:microsoft.com/office/officeart/2018/2/layout/IconCircleList"/>
    <dgm:cxn modelId="{CB54D976-661C-4061-B3E6-6BFCCA4FCDF3}" type="presParOf" srcId="{BFF67BA0-C63D-4948-B337-1F2E82F42870}" destId="{06A325CD-3BD6-4145-8773-5D7BA896869B}" srcOrd="5" destOrd="0" presId="urn:microsoft.com/office/officeart/2018/2/layout/IconCircleList"/>
    <dgm:cxn modelId="{5F43B7D3-3B67-44C6-8704-56C479F4E8A3}" type="presParOf" srcId="{BFF67BA0-C63D-4948-B337-1F2E82F42870}" destId="{A1CE4588-35E0-4CF9-876C-C17F2CCD6748}" srcOrd="6" destOrd="0" presId="urn:microsoft.com/office/officeart/2018/2/layout/IconCircleList"/>
    <dgm:cxn modelId="{39639501-787D-4037-9B2E-B9E21AF23F7D}" type="presParOf" srcId="{A1CE4588-35E0-4CF9-876C-C17F2CCD6748}" destId="{C6328F59-0876-440D-81F3-4EB59EA03237}" srcOrd="0" destOrd="0" presId="urn:microsoft.com/office/officeart/2018/2/layout/IconCircleList"/>
    <dgm:cxn modelId="{5ABF88B2-0ED3-4DD1-9149-34C246366BC6}" type="presParOf" srcId="{A1CE4588-35E0-4CF9-876C-C17F2CCD6748}" destId="{F804904F-4813-4030-9454-CCDFA7CA1248}" srcOrd="1" destOrd="0" presId="urn:microsoft.com/office/officeart/2018/2/layout/IconCircleList"/>
    <dgm:cxn modelId="{0000640E-70D7-40E7-8092-22E1000D137D}" type="presParOf" srcId="{A1CE4588-35E0-4CF9-876C-C17F2CCD6748}" destId="{ECB97634-4122-4BFB-BB7C-2743093542C2}" srcOrd="2" destOrd="0" presId="urn:microsoft.com/office/officeart/2018/2/layout/IconCircleList"/>
    <dgm:cxn modelId="{3A2BAA75-1234-4F28-AB43-3184A518D393}" type="presParOf" srcId="{A1CE4588-35E0-4CF9-876C-C17F2CCD6748}" destId="{23E4CC0F-F5B5-4049-AAE1-BAFBFA9336E8}"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86E2941-A383-43FB-B201-99BAFC95C249}"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32178106-1C56-4179-A3D4-03464DD841B0}">
      <dgm:prSet/>
      <dgm:spPr/>
      <dgm:t>
        <a:bodyPr/>
        <a:lstStyle/>
        <a:p>
          <a:r>
            <a:rPr lang="en-US" dirty="0"/>
            <a:t>Mathematical equations</a:t>
          </a:r>
        </a:p>
      </dgm:t>
    </dgm:pt>
    <dgm:pt modelId="{1EDAE3BC-D9B9-42C2-BD7A-01B3CD531EEC}" type="parTrans" cxnId="{8D35E0A7-9E9B-4C1B-B1F0-5E57F468B7BD}">
      <dgm:prSet/>
      <dgm:spPr/>
      <dgm:t>
        <a:bodyPr/>
        <a:lstStyle/>
        <a:p>
          <a:endParaRPr lang="en-US"/>
        </a:p>
      </dgm:t>
    </dgm:pt>
    <dgm:pt modelId="{851DE0FA-FE8D-4C10-858C-312518DAA84C}" type="sibTrans" cxnId="{8D35E0A7-9E9B-4C1B-B1F0-5E57F468B7BD}">
      <dgm:prSet/>
      <dgm:spPr/>
      <dgm:t>
        <a:bodyPr/>
        <a:lstStyle/>
        <a:p>
          <a:endParaRPr lang="en-US"/>
        </a:p>
      </dgm:t>
    </dgm:pt>
    <dgm:pt modelId="{A8E6D27F-3F18-4661-896D-C5E00DBDDE11}">
      <dgm:prSet/>
      <dgm:spPr/>
      <dgm:t>
        <a:bodyPr/>
        <a:lstStyle/>
        <a:p>
          <a:r>
            <a:rPr lang="en-US"/>
            <a:t>Statistical Models</a:t>
          </a:r>
        </a:p>
      </dgm:t>
    </dgm:pt>
    <dgm:pt modelId="{0B2B71A3-83DD-473C-A865-588C5BCFE80E}" type="parTrans" cxnId="{8FBD253B-A13D-4112-9853-BD7208F23FD1}">
      <dgm:prSet/>
      <dgm:spPr/>
      <dgm:t>
        <a:bodyPr/>
        <a:lstStyle/>
        <a:p>
          <a:endParaRPr lang="en-US"/>
        </a:p>
      </dgm:t>
    </dgm:pt>
    <dgm:pt modelId="{1D21057F-6E99-483E-9662-909BD6B92C41}" type="sibTrans" cxnId="{8FBD253B-A13D-4112-9853-BD7208F23FD1}">
      <dgm:prSet/>
      <dgm:spPr/>
      <dgm:t>
        <a:bodyPr/>
        <a:lstStyle/>
        <a:p>
          <a:endParaRPr lang="en-US"/>
        </a:p>
      </dgm:t>
    </dgm:pt>
    <dgm:pt modelId="{0FCFBB4E-56A0-4CA0-AEDD-56372135A717}">
      <dgm:prSet/>
      <dgm:spPr/>
      <dgm:t>
        <a:bodyPr/>
        <a:lstStyle/>
        <a:p>
          <a:r>
            <a:rPr lang="en-US"/>
            <a:t>Relational diagrams such as trees and graphs</a:t>
          </a:r>
        </a:p>
      </dgm:t>
    </dgm:pt>
    <dgm:pt modelId="{21DEDFF4-C514-4698-833A-F5392307E69E}" type="parTrans" cxnId="{459BB504-1D50-492E-A1C8-533902E26CF3}">
      <dgm:prSet/>
      <dgm:spPr/>
      <dgm:t>
        <a:bodyPr/>
        <a:lstStyle/>
        <a:p>
          <a:endParaRPr lang="en-US"/>
        </a:p>
      </dgm:t>
    </dgm:pt>
    <dgm:pt modelId="{DC27C4E7-F0F2-4784-BC6A-1F3A6EA64086}" type="sibTrans" cxnId="{459BB504-1D50-492E-A1C8-533902E26CF3}">
      <dgm:prSet/>
      <dgm:spPr/>
      <dgm:t>
        <a:bodyPr/>
        <a:lstStyle/>
        <a:p>
          <a:endParaRPr lang="en-US"/>
        </a:p>
      </dgm:t>
    </dgm:pt>
    <dgm:pt modelId="{CF2364A4-DE28-495A-AF77-5C165AEFEFAF}">
      <dgm:prSet/>
      <dgm:spPr/>
      <dgm:t>
        <a:bodyPr/>
        <a:lstStyle/>
        <a:p>
          <a:r>
            <a:rPr lang="en-US" dirty="0"/>
            <a:t>Logical if/else rules</a:t>
          </a:r>
        </a:p>
      </dgm:t>
    </dgm:pt>
    <dgm:pt modelId="{A77A6550-2627-4B73-B258-444025846B15}" type="parTrans" cxnId="{C1ADB67C-20DB-4887-BA9F-2E60CE9DDFB7}">
      <dgm:prSet/>
      <dgm:spPr/>
      <dgm:t>
        <a:bodyPr/>
        <a:lstStyle/>
        <a:p>
          <a:endParaRPr lang="en-US"/>
        </a:p>
      </dgm:t>
    </dgm:pt>
    <dgm:pt modelId="{30D2CE07-39BB-4B48-BA7A-58AD488962C0}" type="sibTrans" cxnId="{C1ADB67C-20DB-4887-BA9F-2E60CE9DDFB7}">
      <dgm:prSet/>
      <dgm:spPr/>
      <dgm:t>
        <a:bodyPr/>
        <a:lstStyle/>
        <a:p>
          <a:endParaRPr lang="en-US"/>
        </a:p>
      </dgm:t>
    </dgm:pt>
    <dgm:pt modelId="{00C796B9-4013-4A40-B489-E4D408B67676}">
      <dgm:prSet/>
      <dgm:spPr/>
      <dgm:t>
        <a:bodyPr/>
        <a:lstStyle/>
        <a:p>
          <a:r>
            <a:rPr lang="en-US"/>
            <a:t>Groupings of data known as clusters</a:t>
          </a:r>
        </a:p>
      </dgm:t>
    </dgm:pt>
    <dgm:pt modelId="{2B59F2E6-3919-47A5-9195-81B6AE217ACC}" type="parTrans" cxnId="{1408FB20-B45E-4841-992E-D2ED949A3AB3}">
      <dgm:prSet/>
      <dgm:spPr/>
      <dgm:t>
        <a:bodyPr/>
        <a:lstStyle/>
        <a:p>
          <a:endParaRPr lang="en-US"/>
        </a:p>
      </dgm:t>
    </dgm:pt>
    <dgm:pt modelId="{90E85A93-D618-4EDE-B3AB-D3D6AE9C78FB}" type="sibTrans" cxnId="{1408FB20-B45E-4841-992E-D2ED949A3AB3}">
      <dgm:prSet/>
      <dgm:spPr/>
      <dgm:t>
        <a:bodyPr/>
        <a:lstStyle/>
        <a:p>
          <a:endParaRPr lang="en-US"/>
        </a:p>
      </dgm:t>
    </dgm:pt>
    <dgm:pt modelId="{644A08DE-A395-45ED-9A8A-8C4F3D217DF4}" type="pres">
      <dgm:prSet presAssocID="{C86E2941-A383-43FB-B201-99BAFC95C249}" presName="root" presStyleCnt="0">
        <dgm:presLayoutVars>
          <dgm:dir/>
          <dgm:resizeHandles val="exact"/>
        </dgm:presLayoutVars>
      </dgm:prSet>
      <dgm:spPr/>
    </dgm:pt>
    <dgm:pt modelId="{B08E7DB5-7538-476F-B0EB-CE97D0BFF39A}" type="pres">
      <dgm:prSet presAssocID="{32178106-1C56-4179-A3D4-03464DD841B0}" presName="compNode" presStyleCnt="0"/>
      <dgm:spPr/>
    </dgm:pt>
    <dgm:pt modelId="{A20D9D0E-FAD0-441B-A0FE-E430B005DC2D}" type="pres">
      <dgm:prSet presAssocID="{32178106-1C56-4179-A3D4-03464DD841B0}" presName="bgRect" presStyleLbl="bgShp" presStyleIdx="0" presStyleCnt="5"/>
      <dgm:spPr/>
    </dgm:pt>
    <dgm:pt modelId="{C8A8A2E3-3FC9-48F6-B22E-D06EF6E7CEB6}" type="pres">
      <dgm:prSet presAssocID="{32178106-1C56-4179-A3D4-03464DD841B0}"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ocument"/>
        </a:ext>
      </dgm:extLst>
    </dgm:pt>
    <dgm:pt modelId="{D6E27745-EA97-44B4-9079-EC47F963788A}" type="pres">
      <dgm:prSet presAssocID="{32178106-1C56-4179-A3D4-03464DD841B0}" presName="spaceRect" presStyleCnt="0"/>
      <dgm:spPr/>
    </dgm:pt>
    <dgm:pt modelId="{2B0D87E7-BB63-4EA7-805F-DCC82BB0882E}" type="pres">
      <dgm:prSet presAssocID="{32178106-1C56-4179-A3D4-03464DD841B0}" presName="parTx" presStyleLbl="revTx" presStyleIdx="0" presStyleCnt="5">
        <dgm:presLayoutVars>
          <dgm:chMax val="0"/>
          <dgm:chPref val="0"/>
        </dgm:presLayoutVars>
      </dgm:prSet>
      <dgm:spPr/>
    </dgm:pt>
    <dgm:pt modelId="{6FB2ED56-4557-43BB-AF5E-D8FF425A225E}" type="pres">
      <dgm:prSet presAssocID="{851DE0FA-FE8D-4C10-858C-312518DAA84C}" presName="sibTrans" presStyleCnt="0"/>
      <dgm:spPr/>
    </dgm:pt>
    <dgm:pt modelId="{B128E26B-5A78-4277-BD54-D7B92798D92A}" type="pres">
      <dgm:prSet presAssocID="{A8E6D27F-3F18-4661-896D-C5E00DBDDE11}" presName="compNode" presStyleCnt="0"/>
      <dgm:spPr/>
    </dgm:pt>
    <dgm:pt modelId="{4ED8DFDE-B460-4406-B44E-82BA47A18F7A}" type="pres">
      <dgm:prSet presAssocID="{A8E6D27F-3F18-4661-896D-C5E00DBDDE11}" presName="bgRect" presStyleLbl="bgShp" presStyleIdx="1" presStyleCnt="5"/>
      <dgm:spPr/>
    </dgm:pt>
    <dgm:pt modelId="{28531E47-3B16-40B8-8130-B7342BB41077}" type="pres">
      <dgm:prSet presAssocID="{A8E6D27F-3F18-4661-896D-C5E00DBDDE11}"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ar chart"/>
        </a:ext>
      </dgm:extLst>
    </dgm:pt>
    <dgm:pt modelId="{1BEBC64E-EDBA-4DAD-AB5E-A98A7CEFCD65}" type="pres">
      <dgm:prSet presAssocID="{A8E6D27F-3F18-4661-896D-C5E00DBDDE11}" presName="spaceRect" presStyleCnt="0"/>
      <dgm:spPr/>
    </dgm:pt>
    <dgm:pt modelId="{8E040CEC-9FA2-4476-BB69-09F57B711AFC}" type="pres">
      <dgm:prSet presAssocID="{A8E6D27F-3F18-4661-896D-C5E00DBDDE11}" presName="parTx" presStyleLbl="revTx" presStyleIdx="1" presStyleCnt="5">
        <dgm:presLayoutVars>
          <dgm:chMax val="0"/>
          <dgm:chPref val="0"/>
        </dgm:presLayoutVars>
      </dgm:prSet>
      <dgm:spPr/>
    </dgm:pt>
    <dgm:pt modelId="{9DDDC12E-1F22-46DC-A0CF-F9324CBA2571}" type="pres">
      <dgm:prSet presAssocID="{1D21057F-6E99-483E-9662-909BD6B92C41}" presName="sibTrans" presStyleCnt="0"/>
      <dgm:spPr/>
    </dgm:pt>
    <dgm:pt modelId="{45942CB5-E470-4D79-808F-B9D21B60A6FF}" type="pres">
      <dgm:prSet presAssocID="{0FCFBB4E-56A0-4CA0-AEDD-56372135A717}" presName="compNode" presStyleCnt="0"/>
      <dgm:spPr/>
    </dgm:pt>
    <dgm:pt modelId="{3F50C179-0C17-45FF-8CBD-557E6C4B883A}" type="pres">
      <dgm:prSet presAssocID="{0FCFBB4E-56A0-4CA0-AEDD-56372135A717}" presName="bgRect" presStyleLbl="bgShp" presStyleIdx="2" presStyleCnt="5"/>
      <dgm:spPr/>
    </dgm:pt>
    <dgm:pt modelId="{EC81BAD8-9911-4FAF-B3BB-73B56CE97C6F}" type="pres">
      <dgm:prSet presAssocID="{0FCFBB4E-56A0-4CA0-AEDD-56372135A717}"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Deciduous tree"/>
        </a:ext>
      </dgm:extLst>
    </dgm:pt>
    <dgm:pt modelId="{C723950F-A20D-494E-A51F-FDCB78625F17}" type="pres">
      <dgm:prSet presAssocID="{0FCFBB4E-56A0-4CA0-AEDD-56372135A717}" presName="spaceRect" presStyleCnt="0"/>
      <dgm:spPr/>
    </dgm:pt>
    <dgm:pt modelId="{7FE254DE-D807-45F6-88EE-2B74910E66F6}" type="pres">
      <dgm:prSet presAssocID="{0FCFBB4E-56A0-4CA0-AEDD-56372135A717}" presName="parTx" presStyleLbl="revTx" presStyleIdx="2" presStyleCnt="5">
        <dgm:presLayoutVars>
          <dgm:chMax val="0"/>
          <dgm:chPref val="0"/>
        </dgm:presLayoutVars>
      </dgm:prSet>
      <dgm:spPr/>
    </dgm:pt>
    <dgm:pt modelId="{417BC8E1-F920-4486-8CFE-91744907C301}" type="pres">
      <dgm:prSet presAssocID="{DC27C4E7-F0F2-4784-BC6A-1F3A6EA64086}" presName="sibTrans" presStyleCnt="0"/>
      <dgm:spPr/>
    </dgm:pt>
    <dgm:pt modelId="{1ADBB8D1-EE2C-4A30-9159-8AA9404921A6}" type="pres">
      <dgm:prSet presAssocID="{CF2364A4-DE28-495A-AF77-5C165AEFEFAF}" presName="compNode" presStyleCnt="0"/>
      <dgm:spPr/>
    </dgm:pt>
    <dgm:pt modelId="{453E5BBF-8FD7-489A-928E-E55E90CAC975}" type="pres">
      <dgm:prSet presAssocID="{CF2364A4-DE28-495A-AF77-5C165AEFEFAF}" presName="bgRect" presStyleLbl="bgShp" presStyleIdx="3" presStyleCnt="5"/>
      <dgm:spPr/>
    </dgm:pt>
    <dgm:pt modelId="{7F5185C5-D990-470C-84ED-DD0607013D04}" type="pres">
      <dgm:prSet presAssocID="{CF2364A4-DE28-495A-AF77-5C165AEFEFAF}"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Smart Phone"/>
        </a:ext>
      </dgm:extLst>
    </dgm:pt>
    <dgm:pt modelId="{76160CE6-88FD-4A59-873A-CBABEDDD2C4E}" type="pres">
      <dgm:prSet presAssocID="{CF2364A4-DE28-495A-AF77-5C165AEFEFAF}" presName="spaceRect" presStyleCnt="0"/>
      <dgm:spPr/>
    </dgm:pt>
    <dgm:pt modelId="{F9F9F511-D394-4E87-B1E8-01A13713CA9C}" type="pres">
      <dgm:prSet presAssocID="{CF2364A4-DE28-495A-AF77-5C165AEFEFAF}" presName="parTx" presStyleLbl="revTx" presStyleIdx="3" presStyleCnt="5">
        <dgm:presLayoutVars>
          <dgm:chMax val="0"/>
          <dgm:chPref val="0"/>
        </dgm:presLayoutVars>
      </dgm:prSet>
      <dgm:spPr/>
    </dgm:pt>
    <dgm:pt modelId="{EE5407D7-D1D3-4C23-870D-A4B5CF11549B}" type="pres">
      <dgm:prSet presAssocID="{30D2CE07-39BB-4B48-BA7A-58AD488962C0}" presName="sibTrans" presStyleCnt="0"/>
      <dgm:spPr/>
    </dgm:pt>
    <dgm:pt modelId="{E9C3EB02-CB6C-4CEB-ABCA-2A77D71B48A0}" type="pres">
      <dgm:prSet presAssocID="{00C796B9-4013-4A40-B489-E4D408B67676}" presName="compNode" presStyleCnt="0"/>
      <dgm:spPr/>
    </dgm:pt>
    <dgm:pt modelId="{845A3237-6C39-43AB-9C1F-206771A5AC08}" type="pres">
      <dgm:prSet presAssocID="{00C796B9-4013-4A40-B489-E4D408B67676}" presName="bgRect" presStyleLbl="bgShp" presStyleIdx="4" presStyleCnt="5"/>
      <dgm:spPr/>
    </dgm:pt>
    <dgm:pt modelId="{8CCA17F8-6197-474A-99D9-D6DC7521D844}" type="pres">
      <dgm:prSet presAssocID="{00C796B9-4013-4A40-B489-E4D408B67676}"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Database"/>
        </a:ext>
      </dgm:extLst>
    </dgm:pt>
    <dgm:pt modelId="{3591E398-2EB8-4D8B-9B61-A10E58234EB2}" type="pres">
      <dgm:prSet presAssocID="{00C796B9-4013-4A40-B489-E4D408B67676}" presName="spaceRect" presStyleCnt="0"/>
      <dgm:spPr/>
    </dgm:pt>
    <dgm:pt modelId="{6CA4BCA9-D759-4062-81B0-97A0E9931938}" type="pres">
      <dgm:prSet presAssocID="{00C796B9-4013-4A40-B489-E4D408B67676}" presName="parTx" presStyleLbl="revTx" presStyleIdx="4" presStyleCnt="5">
        <dgm:presLayoutVars>
          <dgm:chMax val="0"/>
          <dgm:chPref val="0"/>
        </dgm:presLayoutVars>
      </dgm:prSet>
      <dgm:spPr/>
    </dgm:pt>
  </dgm:ptLst>
  <dgm:cxnLst>
    <dgm:cxn modelId="{ECE8E503-47A9-4AF4-82B2-6DE9A8B45DF6}" type="presOf" srcId="{32178106-1C56-4179-A3D4-03464DD841B0}" destId="{2B0D87E7-BB63-4EA7-805F-DCC82BB0882E}" srcOrd="0" destOrd="0" presId="urn:microsoft.com/office/officeart/2018/2/layout/IconVerticalSolidList"/>
    <dgm:cxn modelId="{459BB504-1D50-492E-A1C8-533902E26CF3}" srcId="{C86E2941-A383-43FB-B201-99BAFC95C249}" destId="{0FCFBB4E-56A0-4CA0-AEDD-56372135A717}" srcOrd="2" destOrd="0" parTransId="{21DEDFF4-C514-4698-833A-F5392307E69E}" sibTransId="{DC27C4E7-F0F2-4784-BC6A-1F3A6EA64086}"/>
    <dgm:cxn modelId="{1408FB20-B45E-4841-992E-D2ED949A3AB3}" srcId="{C86E2941-A383-43FB-B201-99BAFC95C249}" destId="{00C796B9-4013-4A40-B489-E4D408B67676}" srcOrd="4" destOrd="0" parTransId="{2B59F2E6-3919-47A5-9195-81B6AE217ACC}" sibTransId="{90E85A93-D618-4EDE-B3AB-D3D6AE9C78FB}"/>
    <dgm:cxn modelId="{8FBD253B-A13D-4112-9853-BD7208F23FD1}" srcId="{C86E2941-A383-43FB-B201-99BAFC95C249}" destId="{A8E6D27F-3F18-4661-896D-C5E00DBDDE11}" srcOrd="1" destOrd="0" parTransId="{0B2B71A3-83DD-473C-A865-588C5BCFE80E}" sibTransId="{1D21057F-6E99-483E-9662-909BD6B92C41}"/>
    <dgm:cxn modelId="{08ECCE48-4DBC-4B29-952F-989B15E2F372}" type="presOf" srcId="{A8E6D27F-3F18-4661-896D-C5E00DBDDE11}" destId="{8E040CEC-9FA2-4476-BB69-09F57B711AFC}" srcOrd="0" destOrd="0" presId="urn:microsoft.com/office/officeart/2018/2/layout/IconVerticalSolidList"/>
    <dgm:cxn modelId="{C1ADB67C-20DB-4887-BA9F-2E60CE9DDFB7}" srcId="{C86E2941-A383-43FB-B201-99BAFC95C249}" destId="{CF2364A4-DE28-495A-AF77-5C165AEFEFAF}" srcOrd="3" destOrd="0" parTransId="{A77A6550-2627-4B73-B258-444025846B15}" sibTransId="{30D2CE07-39BB-4B48-BA7A-58AD488962C0}"/>
    <dgm:cxn modelId="{09192BA5-A7B3-4BFA-9BA2-85827665679F}" type="presOf" srcId="{0FCFBB4E-56A0-4CA0-AEDD-56372135A717}" destId="{7FE254DE-D807-45F6-88EE-2B74910E66F6}" srcOrd="0" destOrd="0" presId="urn:microsoft.com/office/officeart/2018/2/layout/IconVerticalSolidList"/>
    <dgm:cxn modelId="{8D35E0A7-9E9B-4C1B-B1F0-5E57F468B7BD}" srcId="{C86E2941-A383-43FB-B201-99BAFC95C249}" destId="{32178106-1C56-4179-A3D4-03464DD841B0}" srcOrd="0" destOrd="0" parTransId="{1EDAE3BC-D9B9-42C2-BD7A-01B3CD531EEC}" sibTransId="{851DE0FA-FE8D-4C10-858C-312518DAA84C}"/>
    <dgm:cxn modelId="{0F9E20D6-17B5-467E-93E2-E05E150E4FB1}" type="presOf" srcId="{00C796B9-4013-4A40-B489-E4D408B67676}" destId="{6CA4BCA9-D759-4062-81B0-97A0E9931938}" srcOrd="0" destOrd="0" presId="urn:microsoft.com/office/officeart/2018/2/layout/IconVerticalSolidList"/>
    <dgm:cxn modelId="{241664D7-31AA-4DEE-8510-32A83B1FDFDB}" type="presOf" srcId="{CF2364A4-DE28-495A-AF77-5C165AEFEFAF}" destId="{F9F9F511-D394-4E87-B1E8-01A13713CA9C}" srcOrd="0" destOrd="0" presId="urn:microsoft.com/office/officeart/2018/2/layout/IconVerticalSolidList"/>
    <dgm:cxn modelId="{ECDF5CE9-22CA-4AB6-98AF-1A3EFE4B3C40}" type="presOf" srcId="{C86E2941-A383-43FB-B201-99BAFC95C249}" destId="{644A08DE-A395-45ED-9A8A-8C4F3D217DF4}" srcOrd="0" destOrd="0" presId="urn:microsoft.com/office/officeart/2018/2/layout/IconVerticalSolidList"/>
    <dgm:cxn modelId="{D8579383-6EBD-421C-B433-F9294A48E6D7}" type="presParOf" srcId="{644A08DE-A395-45ED-9A8A-8C4F3D217DF4}" destId="{B08E7DB5-7538-476F-B0EB-CE97D0BFF39A}" srcOrd="0" destOrd="0" presId="urn:microsoft.com/office/officeart/2018/2/layout/IconVerticalSolidList"/>
    <dgm:cxn modelId="{30ED3BD6-40DC-4D90-B504-46D2A884FC7B}" type="presParOf" srcId="{B08E7DB5-7538-476F-B0EB-CE97D0BFF39A}" destId="{A20D9D0E-FAD0-441B-A0FE-E430B005DC2D}" srcOrd="0" destOrd="0" presId="urn:microsoft.com/office/officeart/2018/2/layout/IconVerticalSolidList"/>
    <dgm:cxn modelId="{0AF55085-1CD4-4230-9A30-C27FD8807A03}" type="presParOf" srcId="{B08E7DB5-7538-476F-B0EB-CE97D0BFF39A}" destId="{C8A8A2E3-3FC9-48F6-B22E-D06EF6E7CEB6}" srcOrd="1" destOrd="0" presId="urn:microsoft.com/office/officeart/2018/2/layout/IconVerticalSolidList"/>
    <dgm:cxn modelId="{C573CA59-9AD9-4C56-9435-F14DF7F2A69A}" type="presParOf" srcId="{B08E7DB5-7538-476F-B0EB-CE97D0BFF39A}" destId="{D6E27745-EA97-44B4-9079-EC47F963788A}" srcOrd="2" destOrd="0" presId="urn:microsoft.com/office/officeart/2018/2/layout/IconVerticalSolidList"/>
    <dgm:cxn modelId="{F38C9997-F911-4E96-BA0C-9395B7333E74}" type="presParOf" srcId="{B08E7DB5-7538-476F-B0EB-CE97D0BFF39A}" destId="{2B0D87E7-BB63-4EA7-805F-DCC82BB0882E}" srcOrd="3" destOrd="0" presId="urn:microsoft.com/office/officeart/2018/2/layout/IconVerticalSolidList"/>
    <dgm:cxn modelId="{849F3491-FD95-4B8D-9946-62AFF76EFC7A}" type="presParOf" srcId="{644A08DE-A395-45ED-9A8A-8C4F3D217DF4}" destId="{6FB2ED56-4557-43BB-AF5E-D8FF425A225E}" srcOrd="1" destOrd="0" presId="urn:microsoft.com/office/officeart/2018/2/layout/IconVerticalSolidList"/>
    <dgm:cxn modelId="{BB755D9E-B6A9-4E80-A621-A1277EFD3FD7}" type="presParOf" srcId="{644A08DE-A395-45ED-9A8A-8C4F3D217DF4}" destId="{B128E26B-5A78-4277-BD54-D7B92798D92A}" srcOrd="2" destOrd="0" presId="urn:microsoft.com/office/officeart/2018/2/layout/IconVerticalSolidList"/>
    <dgm:cxn modelId="{0A0ED41A-D868-4B50-9B4B-DFE5B5934DA2}" type="presParOf" srcId="{B128E26B-5A78-4277-BD54-D7B92798D92A}" destId="{4ED8DFDE-B460-4406-B44E-82BA47A18F7A}" srcOrd="0" destOrd="0" presId="urn:microsoft.com/office/officeart/2018/2/layout/IconVerticalSolidList"/>
    <dgm:cxn modelId="{43937119-E843-40D3-B94D-4CE3F9978228}" type="presParOf" srcId="{B128E26B-5A78-4277-BD54-D7B92798D92A}" destId="{28531E47-3B16-40B8-8130-B7342BB41077}" srcOrd="1" destOrd="0" presId="urn:microsoft.com/office/officeart/2018/2/layout/IconVerticalSolidList"/>
    <dgm:cxn modelId="{7C10180A-101C-4DA4-80B0-8AA74D0EF86F}" type="presParOf" srcId="{B128E26B-5A78-4277-BD54-D7B92798D92A}" destId="{1BEBC64E-EDBA-4DAD-AB5E-A98A7CEFCD65}" srcOrd="2" destOrd="0" presId="urn:microsoft.com/office/officeart/2018/2/layout/IconVerticalSolidList"/>
    <dgm:cxn modelId="{36FCACF8-D728-4063-8254-E114ECB55E23}" type="presParOf" srcId="{B128E26B-5A78-4277-BD54-D7B92798D92A}" destId="{8E040CEC-9FA2-4476-BB69-09F57B711AFC}" srcOrd="3" destOrd="0" presId="urn:microsoft.com/office/officeart/2018/2/layout/IconVerticalSolidList"/>
    <dgm:cxn modelId="{1985AF3F-0D11-417E-BAA8-0AA987A51C09}" type="presParOf" srcId="{644A08DE-A395-45ED-9A8A-8C4F3D217DF4}" destId="{9DDDC12E-1F22-46DC-A0CF-F9324CBA2571}" srcOrd="3" destOrd="0" presId="urn:microsoft.com/office/officeart/2018/2/layout/IconVerticalSolidList"/>
    <dgm:cxn modelId="{A4EDC9A1-4082-4A37-AC93-67A2A18AE94A}" type="presParOf" srcId="{644A08DE-A395-45ED-9A8A-8C4F3D217DF4}" destId="{45942CB5-E470-4D79-808F-B9D21B60A6FF}" srcOrd="4" destOrd="0" presId="urn:microsoft.com/office/officeart/2018/2/layout/IconVerticalSolidList"/>
    <dgm:cxn modelId="{5A1CE49B-4E17-449D-9ADD-AD4708523778}" type="presParOf" srcId="{45942CB5-E470-4D79-808F-B9D21B60A6FF}" destId="{3F50C179-0C17-45FF-8CBD-557E6C4B883A}" srcOrd="0" destOrd="0" presId="urn:microsoft.com/office/officeart/2018/2/layout/IconVerticalSolidList"/>
    <dgm:cxn modelId="{75299A5A-D550-459F-8E73-9CC7E6F2BD16}" type="presParOf" srcId="{45942CB5-E470-4D79-808F-B9D21B60A6FF}" destId="{EC81BAD8-9911-4FAF-B3BB-73B56CE97C6F}" srcOrd="1" destOrd="0" presId="urn:microsoft.com/office/officeart/2018/2/layout/IconVerticalSolidList"/>
    <dgm:cxn modelId="{7DC80533-8907-4C5C-AC7B-FA10F01E80DB}" type="presParOf" srcId="{45942CB5-E470-4D79-808F-B9D21B60A6FF}" destId="{C723950F-A20D-494E-A51F-FDCB78625F17}" srcOrd="2" destOrd="0" presId="urn:microsoft.com/office/officeart/2018/2/layout/IconVerticalSolidList"/>
    <dgm:cxn modelId="{EF715545-1DBF-4ABB-99B0-82606BF3D764}" type="presParOf" srcId="{45942CB5-E470-4D79-808F-B9D21B60A6FF}" destId="{7FE254DE-D807-45F6-88EE-2B74910E66F6}" srcOrd="3" destOrd="0" presId="urn:microsoft.com/office/officeart/2018/2/layout/IconVerticalSolidList"/>
    <dgm:cxn modelId="{E1FDB031-E5DB-4A2D-86FD-908D5B76213A}" type="presParOf" srcId="{644A08DE-A395-45ED-9A8A-8C4F3D217DF4}" destId="{417BC8E1-F920-4486-8CFE-91744907C301}" srcOrd="5" destOrd="0" presId="urn:microsoft.com/office/officeart/2018/2/layout/IconVerticalSolidList"/>
    <dgm:cxn modelId="{89F33E6E-B4CB-4E0C-8635-2497FE643B55}" type="presParOf" srcId="{644A08DE-A395-45ED-9A8A-8C4F3D217DF4}" destId="{1ADBB8D1-EE2C-4A30-9159-8AA9404921A6}" srcOrd="6" destOrd="0" presId="urn:microsoft.com/office/officeart/2018/2/layout/IconVerticalSolidList"/>
    <dgm:cxn modelId="{961D7E39-E63B-4CDA-AB11-4D64D0862237}" type="presParOf" srcId="{1ADBB8D1-EE2C-4A30-9159-8AA9404921A6}" destId="{453E5BBF-8FD7-489A-928E-E55E90CAC975}" srcOrd="0" destOrd="0" presId="urn:microsoft.com/office/officeart/2018/2/layout/IconVerticalSolidList"/>
    <dgm:cxn modelId="{0EE1085E-3E60-4FDE-85A7-A087A3842BCA}" type="presParOf" srcId="{1ADBB8D1-EE2C-4A30-9159-8AA9404921A6}" destId="{7F5185C5-D990-470C-84ED-DD0607013D04}" srcOrd="1" destOrd="0" presId="urn:microsoft.com/office/officeart/2018/2/layout/IconVerticalSolidList"/>
    <dgm:cxn modelId="{CCB0750C-06A4-4F3A-9108-7E3FB593E663}" type="presParOf" srcId="{1ADBB8D1-EE2C-4A30-9159-8AA9404921A6}" destId="{76160CE6-88FD-4A59-873A-CBABEDDD2C4E}" srcOrd="2" destOrd="0" presId="urn:microsoft.com/office/officeart/2018/2/layout/IconVerticalSolidList"/>
    <dgm:cxn modelId="{66B65A64-2DDC-46DF-AC1A-AA8E0755E601}" type="presParOf" srcId="{1ADBB8D1-EE2C-4A30-9159-8AA9404921A6}" destId="{F9F9F511-D394-4E87-B1E8-01A13713CA9C}" srcOrd="3" destOrd="0" presId="urn:microsoft.com/office/officeart/2018/2/layout/IconVerticalSolidList"/>
    <dgm:cxn modelId="{2F1817B2-4191-493C-8756-F618DE66B6D8}" type="presParOf" srcId="{644A08DE-A395-45ED-9A8A-8C4F3D217DF4}" destId="{EE5407D7-D1D3-4C23-870D-A4B5CF11549B}" srcOrd="7" destOrd="0" presId="urn:microsoft.com/office/officeart/2018/2/layout/IconVerticalSolidList"/>
    <dgm:cxn modelId="{18BE9308-5616-451C-AF99-C2B05F87794D}" type="presParOf" srcId="{644A08DE-A395-45ED-9A8A-8C4F3D217DF4}" destId="{E9C3EB02-CB6C-4CEB-ABCA-2A77D71B48A0}" srcOrd="8" destOrd="0" presId="urn:microsoft.com/office/officeart/2018/2/layout/IconVerticalSolidList"/>
    <dgm:cxn modelId="{CB35EE6A-5C3E-40AF-A921-91FDEBD86626}" type="presParOf" srcId="{E9C3EB02-CB6C-4CEB-ABCA-2A77D71B48A0}" destId="{845A3237-6C39-43AB-9C1F-206771A5AC08}" srcOrd="0" destOrd="0" presId="urn:microsoft.com/office/officeart/2018/2/layout/IconVerticalSolidList"/>
    <dgm:cxn modelId="{938A641C-7775-41EA-A610-DC0A993283BA}" type="presParOf" srcId="{E9C3EB02-CB6C-4CEB-ABCA-2A77D71B48A0}" destId="{8CCA17F8-6197-474A-99D9-D6DC7521D844}" srcOrd="1" destOrd="0" presId="urn:microsoft.com/office/officeart/2018/2/layout/IconVerticalSolidList"/>
    <dgm:cxn modelId="{98EB6F27-0526-47F5-9587-AF07B4EDB65A}" type="presParOf" srcId="{E9C3EB02-CB6C-4CEB-ABCA-2A77D71B48A0}" destId="{3591E398-2EB8-4D8B-9B61-A10E58234EB2}" srcOrd="2" destOrd="0" presId="urn:microsoft.com/office/officeart/2018/2/layout/IconVerticalSolidList"/>
    <dgm:cxn modelId="{7C4FF28F-59BD-4097-828D-30209ADB73E6}" type="presParOf" srcId="{E9C3EB02-CB6C-4CEB-ABCA-2A77D71B48A0}" destId="{6CA4BCA9-D759-4062-81B0-97A0E9931938}"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12E27A2-0DAD-42BA-9815-0266902EC282}" type="doc">
      <dgm:prSet loTypeId="urn:microsoft.com/office/officeart/2005/8/layout/hierarchy1" loCatId="hierarchy" qsTypeId="urn:microsoft.com/office/officeart/2005/8/quickstyle/simple4" qsCatId="simple" csTypeId="urn:microsoft.com/office/officeart/2005/8/colors/colorful2" csCatId="colorful"/>
      <dgm:spPr/>
      <dgm:t>
        <a:bodyPr/>
        <a:lstStyle/>
        <a:p>
          <a:endParaRPr lang="en-US"/>
        </a:p>
      </dgm:t>
    </dgm:pt>
    <dgm:pt modelId="{F1A18749-F676-423C-A3FC-6F0B5C71CA34}">
      <dgm:prSet/>
      <dgm:spPr/>
      <dgm:t>
        <a:bodyPr/>
        <a:lstStyle/>
        <a:p>
          <a:r>
            <a:rPr lang="en-US" b="1" dirty="0"/>
            <a:t>Methods based on the ability to learn from incremental data samples:</a:t>
          </a:r>
        </a:p>
      </dgm:t>
    </dgm:pt>
    <dgm:pt modelId="{F4F6B770-C14F-46C4-8330-E0E13867180B}" type="parTrans" cxnId="{BAC62AC8-CA92-4007-A3FF-EA90E5D16E9F}">
      <dgm:prSet/>
      <dgm:spPr/>
      <dgm:t>
        <a:bodyPr/>
        <a:lstStyle/>
        <a:p>
          <a:endParaRPr lang="en-US"/>
        </a:p>
      </dgm:t>
    </dgm:pt>
    <dgm:pt modelId="{C164652A-5853-4C6D-908E-A175F0A143E6}" type="sibTrans" cxnId="{BAC62AC8-CA92-4007-A3FF-EA90E5D16E9F}">
      <dgm:prSet/>
      <dgm:spPr/>
      <dgm:t>
        <a:bodyPr/>
        <a:lstStyle/>
        <a:p>
          <a:endParaRPr lang="en-US"/>
        </a:p>
      </dgm:t>
    </dgm:pt>
    <dgm:pt modelId="{BB777D4C-DD7E-4219-AA9E-976DE9078C43}">
      <dgm:prSet/>
      <dgm:spPr/>
      <dgm:t>
        <a:bodyPr/>
        <a:lstStyle/>
        <a:p>
          <a:r>
            <a:rPr lang="en-US" dirty="0"/>
            <a:t>Batch Learning</a:t>
          </a:r>
        </a:p>
      </dgm:t>
    </dgm:pt>
    <dgm:pt modelId="{6606CE0C-EC39-401A-BD3C-5EC777CD5C36}" type="parTrans" cxnId="{A0EC6638-659B-4A57-9197-78AB1F5CD03C}">
      <dgm:prSet/>
      <dgm:spPr/>
      <dgm:t>
        <a:bodyPr/>
        <a:lstStyle/>
        <a:p>
          <a:endParaRPr lang="en-US"/>
        </a:p>
      </dgm:t>
    </dgm:pt>
    <dgm:pt modelId="{D24F3B06-68CE-4593-8C54-B0F79D3F03F2}" type="sibTrans" cxnId="{A0EC6638-659B-4A57-9197-78AB1F5CD03C}">
      <dgm:prSet/>
      <dgm:spPr/>
      <dgm:t>
        <a:bodyPr/>
        <a:lstStyle/>
        <a:p>
          <a:endParaRPr lang="en-US"/>
        </a:p>
      </dgm:t>
    </dgm:pt>
    <dgm:pt modelId="{285D5C13-74FC-4D18-B1E8-58781E045423}">
      <dgm:prSet/>
      <dgm:spPr/>
      <dgm:t>
        <a:bodyPr/>
        <a:lstStyle/>
        <a:p>
          <a:r>
            <a:rPr lang="en-US" dirty="0"/>
            <a:t>Online Learning</a:t>
          </a:r>
        </a:p>
      </dgm:t>
    </dgm:pt>
    <dgm:pt modelId="{96008437-532A-4AF8-9067-B0E26977ADF3}" type="parTrans" cxnId="{B2259ADE-9043-4D2B-AD10-7951576C56FF}">
      <dgm:prSet/>
      <dgm:spPr/>
      <dgm:t>
        <a:bodyPr/>
        <a:lstStyle/>
        <a:p>
          <a:endParaRPr lang="en-US"/>
        </a:p>
      </dgm:t>
    </dgm:pt>
    <dgm:pt modelId="{14B49D60-AF8C-42C2-B6C4-2C28BC0C94C3}" type="sibTrans" cxnId="{B2259ADE-9043-4D2B-AD10-7951576C56FF}">
      <dgm:prSet/>
      <dgm:spPr/>
      <dgm:t>
        <a:bodyPr/>
        <a:lstStyle/>
        <a:p>
          <a:endParaRPr lang="en-US"/>
        </a:p>
      </dgm:t>
    </dgm:pt>
    <dgm:pt modelId="{AF1D0A34-AD50-4D30-B79C-4BE76A687DA8}">
      <dgm:prSet/>
      <dgm:spPr/>
      <dgm:t>
        <a:bodyPr/>
        <a:lstStyle/>
        <a:p>
          <a:r>
            <a:rPr lang="en-US" b="1" dirty="0"/>
            <a:t>Methods based on their approach to generalization from data samples:</a:t>
          </a:r>
        </a:p>
      </dgm:t>
    </dgm:pt>
    <dgm:pt modelId="{8E0727C1-55B6-4B8E-B30B-073A304E9C8E}" type="parTrans" cxnId="{511F8C75-42CE-4E3D-8594-95F268971F0D}">
      <dgm:prSet/>
      <dgm:spPr/>
      <dgm:t>
        <a:bodyPr/>
        <a:lstStyle/>
        <a:p>
          <a:endParaRPr lang="en-US"/>
        </a:p>
      </dgm:t>
    </dgm:pt>
    <dgm:pt modelId="{D60969AB-3519-4F57-BE70-E2708E53B939}" type="sibTrans" cxnId="{511F8C75-42CE-4E3D-8594-95F268971F0D}">
      <dgm:prSet/>
      <dgm:spPr/>
      <dgm:t>
        <a:bodyPr/>
        <a:lstStyle/>
        <a:p>
          <a:endParaRPr lang="en-US"/>
        </a:p>
      </dgm:t>
    </dgm:pt>
    <dgm:pt modelId="{DD59EE65-5037-40F5-A4D2-33ADE73EA0E1}">
      <dgm:prSet/>
      <dgm:spPr/>
      <dgm:t>
        <a:bodyPr/>
        <a:lstStyle/>
        <a:p>
          <a:r>
            <a:rPr lang="en-US" dirty="0"/>
            <a:t>Instance based learning</a:t>
          </a:r>
        </a:p>
      </dgm:t>
    </dgm:pt>
    <dgm:pt modelId="{6D6301BC-D442-466E-A369-54FA8A167591}" type="parTrans" cxnId="{E94AD8A7-016E-4B98-8E25-98DBF3EDE2E4}">
      <dgm:prSet/>
      <dgm:spPr/>
      <dgm:t>
        <a:bodyPr/>
        <a:lstStyle/>
        <a:p>
          <a:endParaRPr lang="en-US"/>
        </a:p>
      </dgm:t>
    </dgm:pt>
    <dgm:pt modelId="{82059048-62AE-478F-97E0-0278AF0C2346}" type="sibTrans" cxnId="{E94AD8A7-016E-4B98-8E25-98DBF3EDE2E4}">
      <dgm:prSet/>
      <dgm:spPr/>
      <dgm:t>
        <a:bodyPr/>
        <a:lstStyle/>
        <a:p>
          <a:endParaRPr lang="en-US"/>
        </a:p>
      </dgm:t>
    </dgm:pt>
    <dgm:pt modelId="{2397F6A6-555A-44A2-82AB-AD1278FBDFFC}">
      <dgm:prSet/>
      <dgm:spPr/>
      <dgm:t>
        <a:bodyPr/>
        <a:lstStyle/>
        <a:p>
          <a:r>
            <a:rPr lang="en-US"/>
            <a:t>Model based learning</a:t>
          </a:r>
        </a:p>
      </dgm:t>
    </dgm:pt>
    <dgm:pt modelId="{69FCD952-5E0B-471D-BD5B-CCD6ECF11C6E}" type="parTrans" cxnId="{150BBFAA-325A-4456-8B77-29F28BAC4FAF}">
      <dgm:prSet/>
      <dgm:spPr/>
      <dgm:t>
        <a:bodyPr/>
        <a:lstStyle/>
        <a:p>
          <a:endParaRPr lang="en-US"/>
        </a:p>
      </dgm:t>
    </dgm:pt>
    <dgm:pt modelId="{DCCA674D-743D-4BBE-AE76-17797A480734}" type="sibTrans" cxnId="{150BBFAA-325A-4456-8B77-29F28BAC4FAF}">
      <dgm:prSet/>
      <dgm:spPr/>
      <dgm:t>
        <a:bodyPr/>
        <a:lstStyle/>
        <a:p>
          <a:endParaRPr lang="en-US"/>
        </a:p>
      </dgm:t>
    </dgm:pt>
    <dgm:pt modelId="{178B839E-74B2-4AC4-96D0-6830DCF43B58}" type="pres">
      <dgm:prSet presAssocID="{F12E27A2-0DAD-42BA-9815-0266902EC282}" presName="hierChild1" presStyleCnt="0">
        <dgm:presLayoutVars>
          <dgm:chPref val="1"/>
          <dgm:dir/>
          <dgm:animOne val="branch"/>
          <dgm:animLvl val="lvl"/>
          <dgm:resizeHandles/>
        </dgm:presLayoutVars>
      </dgm:prSet>
      <dgm:spPr/>
    </dgm:pt>
    <dgm:pt modelId="{E0F7D136-6C38-4595-A7C0-336C2A7BA5F7}" type="pres">
      <dgm:prSet presAssocID="{F1A18749-F676-423C-A3FC-6F0B5C71CA34}" presName="hierRoot1" presStyleCnt="0"/>
      <dgm:spPr/>
    </dgm:pt>
    <dgm:pt modelId="{3175E8E7-7D51-49FB-B860-515C04795EDF}" type="pres">
      <dgm:prSet presAssocID="{F1A18749-F676-423C-A3FC-6F0B5C71CA34}" presName="composite" presStyleCnt="0"/>
      <dgm:spPr/>
    </dgm:pt>
    <dgm:pt modelId="{692E2320-F6ED-4EA5-B0CB-8D558BC80831}" type="pres">
      <dgm:prSet presAssocID="{F1A18749-F676-423C-A3FC-6F0B5C71CA34}" presName="background" presStyleLbl="node0" presStyleIdx="0" presStyleCnt="2"/>
      <dgm:spPr/>
    </dgm:pt>
    <dgm:pt modelId="{CAF6A96D-A702-4B1F-A36B-5DEA4E5E2466}" type="pres">
      <dgm:prSet presAssocID="{F1A18749-F676-423C-A3FC-6F0B5C71CA34}" presName="text" presStyleLbl="fgAcc0" presStyleIdx="0" presStyleCnt="2">
        <dgm:presLayoutVars>
          <dgm:chPref val="3"/>
        </dgm:presLayoutVars>
      </dgm:prSet>
      <dgm:spPr/>
    </dgm:pt>
    <dgm:pt modelId="{C512F8E9-E23D-40AA-A1C0-CCE65377A137}" type="pres">
      <dgm:prSet presAssocID="{F1A18749-F676-423C-A3FC-6F0B5C71CA34}" presName="hierChild2" presStyleCnt="0"/>
      <dgm:spPr/>
    </dgm:pt>
    <dgm:pt modelId="{8ADF88FB-C6D5-40BA-A197-0F19940041D0}" type="pres">
      <dgm:prSet presAssocID="{6606CE0C-EC39-401A-BD3C-5EC777CD5C36}" presName="Name10" presStyleLbl="parChTrans1D2" presStyleIdx="0" presStyleCnt="4"/>
      <dgm:spPr/>
    </dgm:pt>
    <dgm:pt modelId="{576DFEE3-4636-4960-94D5-DEC39F2673F9}" type="pres">
      <dgm:prSet presAssocID="{BB777D4C-DD7E-4219-AA9E-976DE9078C43}" presName="hierRoot2" presStyleCnt="0"/>
      <dgm:spPr/>
    </dgm:pt>
    <dgm:pt modelId="{8E06A458-503E-4ED9-AF3D-F195E1103269}" type="pres">
      <dgm:prSet presAssocID="{BB777D4C-DD7E-4219-AA9E-976DE9078C43}" presName="composite2" presStyleCnt="0"/>
      <dgm:spPr/>
    </dgm:pt>
    <dgm:pt modelId="{B85E41C4-B1C5-4991-91B9-DE5BD68F8C11}" type="pres">
      <dgm:prSet presAssocID="{BB777D4C-DD7E-4219-AA9E-976DE9078C43}" presName="background2" presStyleLbl="node2" presStyleIdx="0" presStyleCnt="4"/>
      <dgm:spPr/>
    </dgm:pt>
    <dgm:pt modelId="{A62BC608-765F-4F09-801F-B7BBF0865283}" type="pres">
      <dgm:prSet presAssocID="{BB777D4C-DD7E-4219-AA9E-976DE9078C43}" presName="text2" presStyleLbl="fgAcc2" presStyleIdx="0" presStyleCnt="4">
        <dgm:presLayoutVars>
          <dgm:chPref val="3"/>
        </dgm:presLayoutVars>
      </dgm:prSet>
      <dgm:spPr/>
    </dgm:pt>
    <dgm:pt modelId="{424396CA-1F74-4B13-94B3-C674D5250FAF}" type="pres">
      <dgm:prSet presAssocID="{BB777D4C-DD7E-4219-AA9E-976DE9078C43}" presName="hierChild3" presStyleCnt="0"/>
      <dgm:spPr/>
    </dgm:pt>
    <dgm:pt modelId="{9E89DFB4-9D66-425E-9DE1-E959CAE1398C}" type="pres">
      <dgm:prSet presAssocID="{96008437-532A-4AF8-9067-B0E26977ADF3}" presName="Name10" presStyleLbl="parChTrans1D2" presStyleIdx="1" presStyleCnt="4"/>
      <dgm:spPr/>
    </dgm:pt>
    <dgm:pt modelId="{F3128AC4-FE1F-4AF7-8197-90BB67013F89}" type="pres">
      <dgm:prSet presAssocID="{285D5C13-74FC-4D18-B1E8-58781E045423}" presName="hierRoot2" presStyleCnt="0"/>
      <dgm:spPr/>
    </dgm:pt>
    <dgm:pt modelId="{75146F66-540D-4C42-8298-D616FDDED318}" type="pres">
      <dgm:prSet presAssocID="{285D5C13-74FC-4D18-B1E8-58781E045423}" presName="composite2" presStyleCnt="0"/>
      <dgm:spPr/>
    </dgm:pt>
    <dgm:pt modelId="{656C60C7-D406-46E3-88A8-F33D8F748B14}" type="pres">
      <dgm:prSet presAssocID="{285D5C13-74FC-4D18-B1E8-58781E045423}" presName="background2" presStyleLbl="node2" presStyleIdx="1" presStyleCnt="4"/>
      <dgm:spPr/>
    </dgm:pt>
    <dgm:pt modelId="{638C3D93-BC24-4A5B-94EE-BA22CDBB8AA5}" type="pres">
      <dgm:prSet presAssocID="{285D5C13-74FC-4D18-B1E8-58781E045423}" presName="text2" presStyleLbl="fgAcc2" presStyleIdx="1" presStyleCnt="4">
        <dgm:presLayoutVars>
          <dgm:chPref val="3"/>
        </dgm:presLayoutVars>
      </dgm:prSet>
      <dgm:spPr/>
    </dgm:pt>
    <dgm:pt modelId="{16A4EBA1-5C3D-498A-942B-1CBE0E4C7983}" type="pres">
      <dgm:prSet presAssocID="{285D5C13-74FC-4D18-B1E8-58781E045423}" presName="hierChild3" presStyleCnt="0"/>
      <dgm:spPr/>
    </dgm:pt>
    <dgm:pt modelId="{50E201B8-3535-4A26-8D9D-BCD493DD42C1}" type="pres">
      <dgm:prSet presAssocID="{AF1D0A34-AD50-4D30-B79C-4BE76A687DA8}" presName="hierRoot1" presStyleCnt="0"/>
      <dgm:spPr/>
    </dgm:pt>
    <dgm:pt modelId="{A2D94D85-E410-4E6A-BEA2-9A8D1226CD3B}" type="pres">
      <dgm:prSet presAssocID="{AF1D0A34-AD50-4D30-B79C-4BE76A687DA8}" presName="composite" presStyleCnt="0"/>
      <dgm:spPr/>
    </dgm:pt>
    <dgm:pt modelId="{EE366555-6324-4F3F-8D50-91B4FFE5F7B8}" type="pres">
      <dgm:prSet presAssocID="{AF1D0A34-AD50-4D30-B79C-4BE76A687DA8}" presName="background" presStyleLbl="node0" presStyleIdx="1" presStyleCnt="2"/>
      <dgm:spPr/>
    </dgm:pt>
    <dgm:pt modelId="{6C647DF9-C7BF-4814-A115-2183195212F3}" type="pres">
      <dgm:prSet presAssocID="{AF1D0A34-AD50-4D30-B79C-4BE76A687DA8}" presName="text" presStyleLbl="fgAcc0" presStyleIdx="1" presStyleCnt="2">
        <dgm:presLayoutVars>
          <dgm:chPref val="3"/>
        </dgm:presLayoutVars>
      </dgm:prSet>
      <dgm:spPr/>
    </dgm:pt>
    <dgm:pt modelId="{9E66539C-65F1-4E17-8EEA-B19030E0D9C2}" type="pres">
      <dgm:prSet presAssocID="{AF1D0A34-AD50-4D30-B79C-4BE76A687DA8}" presName="hierChild2" presStyleCnt="0"/>
      <dgm:spPr/>
    </dgm:pt>
    <dgm:pt modelId="{30D7DAD7-1490-4202-814E-FADDBC2F6134}" type="pres">
      <dgm:prSet presAssocID="{6D6301BC-D442-466E-A369-54FA8A167591}" presName="Name10" presStyleLbl="parChTrans1D2" presStyleIdx="2" presStyleCnt="4"/>
      <dgm:spPr/>
    </dgm:pt>
    <dgm:pt modelId="{66A7D81D-EAED-4F04-84F7-EC0742CFC5ED}" type="pres">
      <dgm:prSet presAssocID="{DD59EE65-5037-40F5-A4D2-33ADE73EA0E1}" presName="hierRoot2" presStyleCnt="0"/>
      <dgm:spPr/>
    </dgm:pt>
    <dgm:pt modelId="{8EC2D029-AAE2-476E-A3EF-72547827E905}" type="pres">
      <dgm:prSet presAssocID="{DD59EE65-5037-40F5-A4D2-33ADE73EA0E1}" presName="composite2" presStyleCnt="0"/>
      <dgm:spPr/>
    </dgm:pt>
    <dgm:pt modelId="{2B9267D0-1CBD-450D-B6DD-3783E3FD4EE3}" type="pres">
      <dgm:prSet presAssocID="{DD59EE65-5037-40F5-A4D2-33ADE73EA0E1}" presName="background2" presStyleLbl="node2" presStyleIdx="2" presStyleCnt="4"/>
      <dgm:spPr/>
    </dgm:pt>
    <dgm:pt modelId="{57CF4BE5-5A11-48EC-AC51-269AB62A0646}" type="pres">
      <dgm:prSet presAssocID="{DD59EE65-5037-40F5-A4D2-33ADE73EA0E1}" presName="text2" presStyleLbl="fgAcc2" presStyleIdx="2" presStyleCnt="4">
        <dgm:presLayoutVars>
          <dgm:chPref val="3"/>
        </dgm:presLayoutVars>
      </dgm:prSet>
      <dgm:spPr/>
    </dgm:pt>
    <dgm:pt modelId="{2FB840A1-3458-4C61-A9FC-7EE5F35DE937}" type="pres">
      <dgm:prSet presAssocID="{DD59EE65-5037-40F5-A4D2-33ADE73EA0E1}" presName="hierChild3" presStyleCnt="0"/>
      <dgm:spPr/>
    </dgm:pt>
    <dgm:pt modelId="{1CF4C2DC-17CA-4BCF-98EE-2CE99546FB78}" type="pres">
      <dgm:prSet presAssocID="{69FCD952-5E0B-471D-BD5B-CCD6ECF11C6E}" presName="Name10" presStyleLbl="parChTrans1D2" presStyleIdx="3" presStyleCnt="4"/>
      <dgm:spPr/>
    </dgm:pt>
    <dgm:pt modelId="{E5DCED3A-7903-4C11-B9E4-59B7D5A27291}" type="pres">
      <dgm:prSet presAssocID="{2397F6A6-555A-44A2-82AB-AD1278FBDFFC}" presName="hierRoot2" presStyleCnt="0"/>
      <dgm:spPr/>
    </dgm:pt>
    <dgm:pt modelId="{06FF0713-5E37-4DAE-A4A8-B706CE77F021}" type="pres">
      <dgm:prSet presAssocID="{2397F6A6-555A-44A2-82AB-AD1278FBDFFC}" presName="composite2" presStyleCnt="0"/>
      <dgm:spPr/>
    </dgm:pt>
    <dgm:pt modelId="{C522B43E-F858-4FBF-B0B1-E5DCC3D6C08C}" type="pres">
      <dgm:prSet presAssocID="{2397F6A6-555A-44A2-82AB-AD1278FBDFFC}" presName="background2" presStyleLbl="node2" presStyleIdx="3" presStyleCnt="4"/>
      <dgm:spPr/>
    </dgm:pt>
    <dgm:pt modelId="{6939BFF3-402F-4C72-AD4F-2DA09E66C76C}" type="pres">
      <dgm:prSet presAssocID="{2397F6A6-555A-44A2-82AB-AD1278FBDFFC}" presName="text2" presStyleLbl="fgAcc2" presStyleIdx="3" presStyleCnt="4">
        <dgm:presLayoutVars>
          <dgm:chPref val="3"/>
        </dgm:presLayoutVars>
      </dgm:prSet>
      <dgm:spPr/>
    </dgm:pt>
    <dgm:pt modelId="{6F106478-78BB-4DBF-9870-DD85E3E52B84}" type="pres">
      <dgm:prSet presAssocID="{2397F6A6-555A-44A2-82AB-AD1278FBDFFC}" presName="hierChild3" presStyleCnt="0"/>
      <dgm:spPr/>
    </dgm:pt>
  </dgm:ptLst>
  <dgm:cxnLst>
    <dgm:cxn modelId="{B623BA03-43C6-45A0-819B-3A036A7CAC86}" type="presOf" srcId="{285D5C13-74FC-4D18-B1E8-58781E045423}" destId="{638C3D93-BC24-4A5B-94EE-BA22CDBB8AA5}" srcOrd="0" destOrd="0" presId="urn:microsoft.com/office/officeart/2005/8/layout/hierarchy1"/>
    <dgm:cxn modelId="{03F9F005-66E6-4479-BA4A-38336EDF114B}" type="presOf" srcId="{69FCD952-5E0B-471D-BD5B-CCD6ECF11C6E}" destId="{1CF4C2DC-17CA-4BCF-98EE-2CE99546FB78}" srcOrd="0" destOrd="0" presId="urn:microsoft.com/office/officeart/2005/8/layout/hierarchy1"/>
    <dgm:cxn modelId="{ADBEA313-8A42-4DFE-B712-976676405A7D}" type="presOf" srcId="{BB777D4C-DD7E-4219-AA9E-976DE9078C43}" destId="{A62BC608-765F-4F09-801F-B7BBF0865283}" srcOrd="0" destOrd="0" presId="urn:microsoft.com/office/officeart/2005/8/layout/hierarchy1"/>
    <dgm:cxn modelId="{5ADC5816-1B94-4AB4-8105-8A0372ABC942}" type="presOf" srcId="{F12E27A2-0DAD-42BA-9815-0266902EC282}" destId="{178B839E-74B2-4AC4-96D0-6830DCF43B58}" srcOrd="0" destOrd="0" presId="urn:microsoft.com/office/officeart/2005/8/layout/hierarchy1"/>
    <dgm:cxn modelId="{C55D9122-2313-43FD-B266-41282B2428B8}" type="presOf" srcId="{AF1D0A34-AD50-4D30-B79C-4BE76A687DA8}" destId="{6C647DF9-C7BF-4814-A115-2183195212F3}" srcOrd="0" destOrd="0" presId="urn:microsoft.com/office/officeart/2005/8/layout/hierarchy1"/>
    <dgm:cxn modelId="{A0EC6638-659B-4A57-9197-78AB1F5CD03C}" srcId="{F1A18749-F676-423C-A3FC-6F0B5C71CA34}" destId="{BB777D4C-DD7E-4219-AA9E-976DE9078C43}" srcOrd="0" destOrd="0" parTransId="{6606CE0C-EC39-401A-BD3C-5EC777CD5C36}" sibTransId="{D24F3B06-68CE-4593-8C54-B0F79D3F03F2}"/>
    <dgm:cxn modelId="{4A0DDE44-0FB5-4B0C-A4ED-78A9618AEBAD}" type="presOf" srcId="{2397F6A6-555A-44A2-82AB-AD1278FBDFFC}" destId="{6939BFF3-402F-4C72-AD4F-2DA09E66C76C}" srcOrd="0" destOrd="0" presId="urn:microsoft.com/office/officeart/2005/8/layout/hierarchy1"/>
    <dgm:cxn modelId="{511F8C75-42CE-4E3D-8594-95F268971F0D}" srcId="{F12E27A2-0DAD-42BA-9815-0266902EC282}" destId="{AF1D0A34-AD50-4D30-B79C-4BE76A687DA8}" srcOrd="1" destOrd="0" parTransId="{8E0727C1-55B6-4B8E-B30B-073A304E9C8E}" sibTransId="{D60969AB-3519-4F57-BE70-E2708E53B939}"/>
    <dgm:cxn modelId="{39323D56-2C4E-40CC-82BA-8B91D9FAF282}" type="presOf" srcId="{6606CE0C-EC39-401A-BD3C-5EC777CD5C36}" destId="{8ADF88FB-C6D5-40BA-A197-0F19940041D0}" srcOrd="0" destOrd="0" presId="urn:microsoft.com/office/officeart/2005/8/layout/hierarchy1"/>
    <dgm:cxn modelId="{C2DC758A-EACC-4522-8F76-2B21849DCAC7}" type="presOf" srcId="{6D6301BC-D442-466E-A369-54FA8A167591}" destId="{30D7DAD7-1490-4202-814E-FADDBC2F6134}" srcOrd="0" destOrd="0" presId="urn:microsoft.com/office/officeart/2005/8/layout/hierarchy1"/>
    <dgm:cxn modelId="{B362D88D-A9E9-48C2-B59A-71824E9D652B}" type="presOf" srcId="{96008437-532A-4AF8-9067-B0E26977ADF3}" destId="{9E89DFB4-9D66-425E-9DE1-E959CAE1398C}" srcOrd="0" destOrd="0" presId="urn:microsoft.com/office/officeart/2005/8/layout/hierarchy1"/>
    <dgm:cxn modelId="{E94AD8A7-016E-4B98-8E25-98DBF3EDE2E4}" srcId="{AF1D0A34-AD50-4D30-B79C-4BE76A687DA8}" destId="{DD59EE65-5037-40F5-A4D2-33ADE73EA0E1}" srcOrd="0" destOrd="0" parTransId="{6D6301BC-D442-466E-A369-54FA8A167591}" sibTransId="{82059048-62AE-478F-97E0-0278AF0C2346}"/>
    <dgm:cxn modelId="{150BBFAA-325A-4456-8B77-29F28BAC4FAF}" srcId="{AF1D0A34-AD50-4D30-B79C-4BE76A687DA8}" destId="{2397F6A6-555A-44A2-82AB-AD1278FBDFFC}" srcOrd="1" destOrd="0" parTransId="{69FCD952-5E0B-471D-BD5B-CCD6ECF11C6E}" sibTransId="{DCCA674D-743D-4BBE-AE76-17797A480734}"/>
    <dgm:cxn modelId="{AEC9A5B1-E176-4040-BB19-1AE6848A5D8F}" type="presOf" srcId="{F1A18749-F676-423C-A3FC-6F0B5C71CA34}" destId="{CAF6A96D-A702-4B1F-A36B-5DEA4E5E2466}" srcOrd="0" destOrd="0" presId="urn:microsoft.com/office/officeart/2005/8/layout/hierarchy1"/>
    <dgm:cxn modelId="{08769BBE-9159-4BBC-AB66-88884C1A3958}" type="presOf" srcId="{DD59EE65-5037-40F5-A4D2-33ADE73EA0E1}" destId="{57CF4BE5-5A11-48EC-AC51-269AB62A0646}" srcOrd="0" destOrd="0" presId="urn:microsoft.com/office/officeart/2005/8/layout/hierarchy1"/>
    <dgm:cxn modelId="{BAC62AC8-CA92-4007-A3FF-EA90E5D16E9F}" srcId="{F12E27A2-0DAD-42BA-9815-0266902EC282}" destId="{F1A18749-F676-423C-A3FC-6F0B5C71CA34}" srcOrd="0" destOrd="0" parTransId="{F4F6B770-C14F-46C4-8330-E0E13867180B}" sibTransId="{C164652A-5853-4C6D-908E-A175F0A143E6}"/>
    <dgm:cxn modelId="{B2259ADE-9043-4D2B-AD10-7951576C56FF}" srcId="{F1A18749-F676-423C-A3FC-6F0B5C71CA34}" destId="{285D5C13-74FC-4D18-B1E8-58781E045423}" srcOrd="1" destOrd="0" parTransId="{96008437-532A-4AF8-9067-B0E26977ADF3}" sibTransId="{14B49D60-AF8C-42C2-B6C4-2C28BC0C94C3}"/>
    <dgm:cxn modelId="{CDD4B938-532D-47BF-A55F-06BCF7DF0140}" type="presParOf" srcId="{178B839E-74B2-4AC4-96D0-6830DCF43B58}" destId="{E0F7D136-6C38-4595-A7C0-336C2A7BA5F7}" srcOrd="0" destOrd="0" presId="urn:microsoft.com/office/officeart/2005/8/layout/hierarchy1"/>
    <dgm:cxn modelId="{A75D6C4D-C635-4E93-8B6B-593A0CB9BA4F}" type="presParOf" srcId="{E0F7D136-6C38-4595-A7C0-336C2A7BA5F7}" destId="{3175E8E7-7D51-49FB-B860-515C04795EDF}" srcOrd="0" destOrd="0" presId="urn:microsoft.com/office/officeart/2005/8/layout/hierarchy1"/>
    <dgm:cxn modelId="{DE1D093E-C330-428A-B854-12CCDC8B38E6}" type="presParOf" srcId="{3175E8E7-7D51-49FB-B860-515C04795EDF}" destId="{692E2320-F6ED-4EA5-B0CB-8D558BC80831}" srcOrd="0" destOrd="0" presId="urn:microsoft.com/office/officeart/2005/8/layout/hierarchy1"/>
    <dgm:cxn modelId="{37846FCF-7902-42C9-B3C8-3BD7489A986F}" type="presParOf" srcId="{3175E8E7-7D51-49FB-B860-515C04795EDF}" destId="{CAF6A96D-A702-4B1F-A36B-5DEA4E5E2466}" srcOrd="1" destOrd="0" presId="urn:microsoft.com/office/officeart/2005/8/layout/hierarchy1"/>
    <dgm:cxn modelId="{281E483A-EFFC-40FE-9DC7-3A49F07D142E}" type="presParOf" srcId="{E0F7D136-6C38-4595-A7C0-336C2A7BA5F7}" destId="{C512F8E9-E23D-40AA-A1C0-CCE65377A137}" srcOrd="1" destOrd="0" presId="urn:microsoft.com/office/officeart/2005/8/layout/hierarchy1"/>
    <dgm:cxn modelId="{F0CE6D14-2D08-4C65-99EB-AD4255476F68}" type="presParOf" srcId="{C512F8E9-E23D-40AA-A1C0-CCE65377A137}" destId="{8ADF88FB-C6D5-40BA-A197-0F19940041D0}" srcOrd="0" destOrd="0" presId="urn:microsoft.com/office/officeart/2005/8/layout/hierarchy1"/>
    <dgm:cxn modelId="{6D036D80-9A14-4930-BC91-D8F3219215E5}" type="presParOf" srcId="{C512F8E9-E23D-40AA-A1C0-CCE65377A137}" destId="{576DFEE3-4636-4960-94D5-DEC39F2673F9}" srcOrd="1" destOrd="0" presId="urn:microsoft.com/office/officeart/2005/8/layout/hierarchy1"/>
    <dgm:cxn modelId="{A589779B-34B4-4C99-94B5-D1D2718367DC}" type="presParOf" srcId="{576DFEE3-4636-4960-94D5-DEC39F2673F9}" destId="{8E06A458-503E-4ED9-AF3D-F195E1103269}" srcOrd="0" destOrd="0" presId="urn:microsoft.com/office/officeart/2005/8/layout/hierarchy1"/>
    <dgm:cxn modelId="{613686B7-2ADA-4653-822E-528A398BAED4}" type="presParOf" srcId="{8E06A458-503E-4ED9-AF3D-F195E1103269}" destId="{B85E41C4-B1C5-4991-91B9-DE5BD68F8C11}" srcOrd="0" destOrd="0" presId="urn:microsoft.com/office/officeart/2005/8/layout/hierarchy1"/>
    <dgm:cxn modelId="{B6C02E01-5ED9-41F5-AE75-67A5533BB2C6}" type="presParOf" srcId="{8E06A458-503E-4ED9-AF3D-F195E1103269}" destId="{A62BC608-765F-4F09-801F-B7BBF0865283}" srcOrd="1" destOrd="0" presId="urn:microsoft.com/office/officeart/2005/8/layout/hierarchy1"/>
    <dgm:cxn modelId="{61E70107-A834-4A80-9F36-EE29FDA7B576}" type="presParOf" srcId="{576DFEE3-4636-4960-94D5-DEC39F2673F9}" destId="{424396CA-1F74-4B13-94B3-C674D5250FAF}" srcOrd="1" destOrd="0" presId="urn:microsoft.com/office/officeart/2005/8/layout/hierarchy1"/>
    <dgm:cxn modelId="{26873F6A-8ED3-4C4D-8127-EFF123F4F679}" type="presParOf" srcId="{C512F8E9-E23D-40AA-A1C0-CCE65377A137}" destId="{9E89DFB4-9D66-425E-9DE1-E959CAE1398C}" srcOrd="2" destOrd="0" presId="urn:microsoft.com/office/officeart/2005/8/layout/hierarchy1"/>
    <dgm:cxn modelId="{5CAFAD07-A414-4AD5-B6AF-368DCEF3AA06}" type="presParOf" srcId="{C512F8E9-E23D-40AA-A1C0-CCE65377A137}" destId="{F3128AC4-FE1F-4AF7-8197-90BB67013F89}" srcOrd="3" destOrd="0" presId="urn:microsoft.com/office/officeart/2005/8/layout/hierarchy1"/>
    <dgm:cxn modelId="{5DAEB8BB-CA44-427E-8D4C-B89D35B2D778}" type="presParOf" srcId="{F3128AC4-FE1F-4AF7-8197-90BB67013F89}" destId="{75146F66-540D-4C42-8298-D616FDDED318}" srcOrd="0" destOrd="0" presId="urn:microsoft.com/office/officeart/2005/8/layout/hierarchy1"/>
    <dgm:cxn modelId="{7DA34408-8D62-44F6-AB53-99C71EA9C4AA}" type="presParOf" srcId="{75146F66-540D-4C42-8298-D616FDDED318}" destId="{656C60C7-D406-46E3-88A8-F33D8F748B14}" srcOrd="0" destOrd="0" presId="urn:microsoft.com/office/officeart/2005/8/layout/hierarchy1"/>
    <dgm:cxn modelId="{284E8386-57A7-478F-9F51-DFF25DC2B6E8}" type="presParOf" srcId="{75146F66-540D-4C42-8298-D616FDDED318}" destId="{638C3D93-BC24-4A5B-94EE-BA22CDBB8AA5}" srcOrd="1" destOrd="0" presId="urn:microsoft.com/office/officeart/2005/8/layout/hierarchy1"/>
    <dgm:cxn modelId="{826EBC2A-76D3-4B6A-A2C4-08EFFA4E3E9B}" type="presParOf" srcId="{F3128AC4-FE1F-4AF7-8197-90BB67013F89}" destId="{16A4EBA1-5C3D-498A-942B-1CBE0E4C7983}" srcOrd="1" destOrd="0" presId="urn:microsoft.com/office/officeart/2005/8/layout/hierarchy1"/>
    <dgm:cxn modelId="{8F6B0364-4F98-4AEC-B113-BDB076391C65}" type="presParOf" srcId="{178B839E-74B2-4AC4-96D0-6830DCF43B58}" destId="{50E201B8-3535-4A26-8D9D-BCD493DD42C1}" srcOrd="1" destOrd="0" presId="urn:microsoft.com/office/officeart/2005/8/layout/hierarchy1"/>
    <dgm:cxn modelId="{CF93C4AB-0B33-45A9-A358-2C7313D733BE}" type="presParOf" srcId="{50E201B8-3535-4A26-8D9D-BCD493DD42C1}" destId="{A2D94D85-E410-4E6A-BEA2-9A8D1226CD3B}" srcOrd="0" destOrd="0" presId="urn:microsoft.com/office/officeart/2005/8/layout/hierarchy1"/>
    <dgm:cxn modelId="{781E67CE-BDE3-44DE-9375-002B82EC24C3}" type="presParOf" srcId="{A2D94D85-E410-4E6A-BEA2-9A8D1226CD3B}" destId="{EE366555-6324-4F3F-8D50-91B4FFE5F7B8}" srcOrd="0" destOrd="0" presId="urn:microsoft.com/office/officeart/2005/8/layout/hierarchy1"/>
    <dgm:cxn modelId="{746751BF-6188-4576-8822-52701B572F2F}" type="presParOf" srcId="{A2D94D85-E410-4E6A-BEA2-9A8D1226CD3B}" destId="{6C647DF9-C7BF-4814-A115-2183195212F3}" srcOrd="1" destOrd="0" presId="urn:microsoft.com/office/officeart/2005/8/layout/hierarchy1"/>
    <dgm:cxn modelId="{E4F830DD-D631-48C5-8CEF-B69CB1A9D0A2}" type="presParOf" srcId="{50E201B8-3535-4A26-8D9D-BCD493DD42C1}" destId="{9E66539C-65F1-4E17-8EEA-B19030E0D9C2}" srcOrd="1" destOrd="0" presId="urn:microsoft.com/office/officeart/2005/8/layout/hierarchy1"/>
    <dgm:cxn modelId="{5BA5307D-B64C-45AA-B71F-10FC2A2D2BF3}" type="presParOf" srcId="{9E66539C-65F1-4E17-8EEA-B19030E0D9C2}" destId="{30D7DAD7-1490-4202-814E-FADDBC2F6134}" srcOrd="0" destOrd="0" presId="urn:microsoft.com/office/officeart/2005/8/layout/hierarchy1"/>
    <dgm:cxn modelId="{7E7A5770-C8B0-4A2F-89C3-BF8E2EBB437B}" type="presParOf" srcId="{9E66539C-65F1-4E17-8EEA-B19030E0D9C2}" destId="{66A7D81D-EAED-4F04-84F7-EC0742CFC5ED}" srcOrd="1" destOrd="0" presId="urn:microsoft.com/office/officeart/2005/8/layout/hierarchy1"/>
    <dgm:cxn modelId="{00527FA7-CF22-4BDC-8FC8-4763BC7AB54E}" type="presParOf" srcId="{66A7D81D-EAED-4F04-84F7-EC0742CFC5ED}" destId="{8EC2D029-AAE2-476E-A3EF-72547827E905}" srcOrd="0" destOrd="0" presId="urn:microsoft.com/office/officeart/2005/8/layout/hierarchy1"/>
    <dgm:cxn modelId="{3F007307-450D-4844-893B-D70C6DB0CA98}" type="presParOf" srcId="{8EC2D029-AAE2-476E-A3EF-72547827E905}" destId="{2B9267D0-1CBD-450D-B6DD-3783E3FD4EE3}" srcOrd="0" destOrd="0" presId="urn:microsoft.com/office/officeart/2005/8/layout/hierarchy1"/>
    <dgm:cxn modelId="{1C6FEB4D-F0C5-4CC1-A7FE-092B2C531407}" type="presParOf" srcId="{8EC2D029-AAE2-476E-A3EF-72547827E905}" destId="{57CF4BE5-5A11-48EC-AC51-269AB62A0646}" srcOrd="1" destOrd="0" presId="urn:microsoft.com/office/officeart/2005/8/layout/hierarchy1"/>
    <dgm:cxn modelId="{890F6FDE-BD8A-41A1-AB0B-56BAC483052F}" type="presParOf" srcId="{66A7D81D-EAED-4F04-84F7-EC0742CFC5ED}" destId="{2FB840A1-3458-4C61-A9FC-7EE5F35DE937}" srcOrd="1" destOrd="0" presId="urn:microsoft.com/office/officeart/2005/8/layout/hierarchy1"/>
    <dgm:cxn modelId="{27BC0995-7AE5-4475-8CF0-3421B8FDB3BA}" type="presParOf" srcId="{9E66539C-65F1-4E17-8EEA-B19030E0D9C2}" destId="{1CF4C2DC-17CA-4BCF-98EE-2CE99546FB78}" srcOrd="2" destOrd="0" presId="urn:microsoft.com/office/officeart/2005/8/layout/hierarchy1"/>
    <dgm:cxn modelId="{6042CE23-58B4-43FF-B730-259DE6F4545A}" type="presParOf" srcId="{9E66539C-65F1-4E17-8EEA-B19030E0D9C2}" destId="{E5DCED3A-7903-4C11-B9E4-59B7D5A27291}" srcOrd="3" destOrd="0" presId="urn:microsoft.com/office/officeart/2005/8/layout/hierarchy1"/>
    <dgm:cxn modelId="{181D69F4-29A5-420A-88F5-1E9E48209C39}" type="presParOf" srcId="{E5DCED3A-7903-4C11-B9E4-59B7D5A27291}" destId="{06FF0713-5E37-4DAE-A4A8-B706CE77F021}" srcOrd="0" destOrd="0" presId="urn:microsoft.com/office/officeart/2005/8/layout/hierarchy1"/>
    <dgm:cxn modelId="{0EA9C20E-E5FF-42B8-B728-2D9B618F0555}" type="presParOf" srcId="{06FF0713-5E37-4DAE-A4A8-B706CE77F021}" destId="{C522B43E-F858-4FBF-B0B1-E5DCC3D6C08C}" srcOrd="0" destOrd="0" presId="urn:microsoft.com/office/officeart/2005/8/layout/hierarchy1"/>
    <dgm:cxn modelId="{F876D0D5-527D-48C0-A506-C7968F67D61A}" type="presParOf" srcId="{06FF0713-5E37-4DAE-A4A8-B706CE77F021}" destId="{6939BFF3-402F-4C72-AD4F-2DA09E66C76C}" srcOrd="1" destOrd="0" presId="urn:microsoft.com/office/officeart/2005/8/layout/hierarchy1"/>
    <dgm:cxn modelId="{D1764426-08A0-4EE5-8EB3-5B21874C29FC}" type="presParOf" srcId="{E5DCED3A-7903-4C11-B9E4-59B7D5A27291}" destId="{6F106478-78BB-4DBF-9870-DD85E3E52B84}"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1581E029-439A-486D-868F-06448DBCEB70}" type="doc">
      <dgm:prSet loTypeId="urn:microsoft.com/office/officeart/2005/8/layout/vList2" loCatId="list" qsTypeId="urn:microsoft.com/office/officeart/2005/8/quickstyle/simple4" qsCatId="simple" csTypeId="urn:microsoft.com/office/officeart/2005/8/colors/colorful5" csCatId="colorful"/>
      <dgm:spPr/>
      <dgm:t>
        <a:bodyPr/>
        <a:lstStyle/>
        <a:p>
          <a:endParaRPr lang="en-US"/>
        </a:p>
      </dgm:t>
    </dgm:pt>
    <dgm:pt modelId="{DE42BDE5-6994-4BCD-A075-D0536417464C}">
      <dgm:prSet/>
      <dgm:spPr/>
      <dgm:t>
        <a:bodyPr/>
        <a:lstStyle/>
        <a:p>
          <a:r>
            <a:rPr lang="en-US" dirty="0"/>
            <a:t>Binary Classification</a:t>
          </a:r>
        </a:p>
      </dgm:t>
    </dgm:pt>
    <dgm:pt modelId="{156D0CCA-607E-4BB7-AB37-4AD196304346}" type="parTrans" cxnId="{D725A780-FC9E-4E1F-96EF-64573CD81CB4}">
      <dgm:prSet/>
      <dgm:spPr/>
      <dgm:t>
        <a:bodyPr/>
        <a:lstStyle/>
        <a:p>
          <a:endParaRPr lang="en-US"/>
        </a:p>
      </dgm:t>
    </dgm:pt>
    <dgm:pt modelId="{0F57974E-A807-4E2C-94B8-A7D3ACD72D97}" type="sibTrans" cxnId="{D725A780-FC9E-4E1F-96EF-64573CD81CB4}">
      <dgm:prSet/>
      <dgm:spPr/>
      <dgm:t>
        <a:bodyPr/>
        <a:lstStyle/>
        <a:p>
          <a:endParaRPr lang="en-US"/>
        </a:p>
      </dgm:t>
    </dgm:pt>
    <dgm:pt modelId="{832E96C1-ED26-45C8-9A0E-539782F1E762}">
      <dgm:prSet/>
      <dgm:spPr/>
      <dgm:t>
        <a:bodyPr/>
        <a:lstStyle/>
        <a:p>
          <a:r>
            <a:rPr lang="en-US"/>
            <a:t>Multi Classification</a:t>
          </a:r>
        </a:p>
      </dgm:t>
    </dgm:pt>
    <dgm:pt modelId="{B3BBF439-A406-4133-BF2E-DDBB8909971A}" type="parTrans" cxnId="{3D4FD72C-1C21-43B8-A8EC-AD5C73AE497C}">
      <dgm:prSet/>
      <dgm:spPr/>
      <dgm:t>
        <a:bodyPr/>
        <a:lstStyle/>
        <a:p>
          <a:endParaRPr lang="en-US"/>
        </a:p>
      </dgm:t>
    </dgm:pt>
    <dgm:pt modelId="{5251B10E-945F-41CE-964A-ABBE8F96171E}" type="sibTrans" cxnId="{3D4FD72C-1C21-43B8-A8EC-AD5C73AE497C}">
      <dgm:prSet/>
      <dgm:spPr/>
      <dgm:t>
        <a:bodyPr/>
        <a:lstStyle/>
        <a:p>
          <a:endParaRPr lang="en-US"/>
        </a:p>
      </dgm:t>
    </dgm:pt>
    <dgm:pt modelId="{8E7049AB-0B41-4E35-9511-0DC09879ADCA}" type="pres">
      <dgm:prSet presAssocID="{1581E029-439A-486D-868F-06448DBCEB70}" presName="linear" presStyleCnt="0">
        <dgm:presLayoutVars>
          <dgm:animLvl val="lvl"/>
          <dgm:resizeHandles val="exact"/>
        </dgm:presLayoutVars>
      </dgm:prSet>
      <dgm:spPr/>
    </dgm:pt>
    <dgm:pt modelId="{89A5DA00-A545-4096-9DC6-D787771F639F}" type="pres">
      <dgm:prSet presAssocID="{DE42BDE5-6994-4BCD-A075-D0536417464C}" presName="parentText" presStyleLbl="node1" presStyleIdx="0" presStyleCnt="2">
        <dgm:presLayoutVars>
          <dgm:chMax val="0"/>
          <dgm:bulletEnabled val="1"/>
        </dgm:presLayoutVars>
      </dgm:prSet>
      <dgm:spPr/>
    </dgm:pt>
    <dgm:pt modelId="{B357EE5F-DBFB-4C86-9F0D-5F23524E3F0C}" type="pres">
      <dgm:prSet presAssocID="{0F57974E-A807-4E2C-94B8-A7D3ACD72D97}" presName="spacer" presStyleCnt="0"/>
      <dgm:spPr/>
    </dgm:pt>
    <dgm:pt modelId="{006B660A-39BC-43D9-BE8D-AE05221795DC}" type="pres">
      <dgm:prSet presAssocID="{832E96C1-ED26-45C8-9A0E-539782F1E762}" presName="parentText" presStyleLbl="node1" presStyleIdx="1" presStyleCnt="2">
        <dgm:presLayoutVars>
          <dgm:chMax val="0"/>
          <dgm:bulletEnabled val="1"/>
        </dgm:presLayoutVars>
      </dgm:prSet>
      <dgm:spPr/>
    </dgm:pt>
  </dgm:ptLst>
  <dgm:cxnLst>
    <dgm:cxn modelId="{3D4FD72C-1C21-43B8-A8EC-AD5C73AE497C}" srcId="{1581E029-439A-486D-868F-06448DBCEB70}" destId="{832E96C1-ED26-45C8-9A0E-539782F1E762}" srcOrd="1" destOrd="0" parTransId="{B3BBF439-A406-4133-BF2E-DDBB8909971A}" sibTransId="{5251B10E-945F-41CE-964A-ABBE8F96171E}"/>
    <dgm:cxn modelId="{44085139-8918-4A9A-ACB2-C1D6FB9FA6CA}" type="presOf" srcId="{832E96C1-ED26-45C8-9A0E-539782F1E762}" destId="{006B660A-39BC-43D9-BE8D-AE05221795DC}" srcOrd="0" destOrd="0" presId="urn:microsoft.com/office/officeart/2005/8/layout/vList2"/>
    <dgm:cxn modelId="{37669D42-4251-4EFF-95C5-964524965315}" type="presOf" srcId="{1581E029-439A-486D-868F-06448DBCEB70}" destId="{8E7049AB-0B41-4E35-9511-0DC09879ADCA}" srcOrd="0" destOrd="0" presId="urn:microsoft.com/office/officeart/2005/8/layout/vList2"/>
    <dgm:cxn modelId="{D725A780-FC9E-4E1F-96EF-64573CD81CB4}" srcId="{1581E029-439A-486D-868F-06448DBCEB70}" destId="{DE42BDE5-6994-4BCD-A075-D0536417464C}" srcOrd="0" destOrd="0" parTransId="{156D0CCA-607E-4BB7-AB37-4AD196304346}" sibTransId="{0F57974E-A807-4E2C-94B8-A7D3ACD72D97}"/>
    <dgm:cxn modelId="{93A884FB-585E-460C-9FAE-3F534C95926D}" type="presOf" srcId="{DE42BDE5-6994-4BCD-A075-D0536417464C}" destId="{89A5DA00-A545-4096-9DC6-D787771F639F}" srcOrd="0" destOrd="0" presId="urn:microsoft.com/office/officeart/2005/8/layout/vList2"/>
    <dgm:cxn modelId="{3E1211E2-14D0-4880-8144-A4930B5C3076}" type="presParOf" srcId="{8E7049AB-0B41-4E35-9511-0DC09879ADCA}" destId="{89A5DA00-A545-4096-9DC6-D787771F639F}" srcOrd="0" destOrd="0" presId="urn:microsoft.com/office/officeart/2005/8/layout/vList2"/>
    <dgm:cxn modelId="{8867B628-28E0-487E-A788-D4BDD97A349C}" type="presParOf" srcId="{8E7049AB-0B41-4E35-9511-0DC09879ADCA}" destId="{B357EE5F-DBFB-4C86-9F0D-5F23524E3F0C}" srcOrd="1" destOrd="0" presId="urn:microsoft.com/office/officeart/2005/8/layout/vList2"/>
    <dgm:cxn modelId="{D5C941EA-565B-447D-A0E2-5455098092A8}" type="presParOf" srcId="{8E7049AB-0B41-4E35-9511-0DC09879ADCA}" destId="{006B660A-39BC-43D9-BE8D-AE05221795DC}" srcOrd="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CB7CAB23-9910-48F3-995D-F648B786547B}" type="doc">
      <dgm:prSet loTypeId="urn:microsoft.com/office/officeart/2005/8/layout/default" loCatId="list" qsTypeId="urn:microsoft.com/office/officeart/2005/8/quickstyle/simple4" qsCatId="simple" csTypeId="urn:microsoft.com/office/officeart/2005/8/colors/colorful5" csCatId="colorful"/>
      <dgm:spPr/>
      <dgm:t>
        <a:bodyPr/>
        <a:lstStyle/>
        <a:p>
          <a:endParaRPr lang="en-US"/>
        </a:p>
      </dgm:t>
    </dgm:pt>
    <dgm:pt modelId="{7A2E8F7D-DDE1-4D3C-8460-D40E4D009956}">
      <dgm:prSet/>
      <dgm:spPr/>
      <dgm:t>
        <a:bodyPr/>
        <a:lstStyle/>
        <a:p>
          <a:r>
            <a:rPr lang="en-US" b="1" dirty="0"/>
            <a:t>Euclidean Distance</a:t>
          </a:r>
          <a:endParaRPr lang="en-US" dirty="0"/>
        </a:p>
      </dgm:t>
    </dgm:pt>
    <dgm:pt modelId="{C555D922-4A03-4CE3-8749-8E1AD869EACB}" type="parTrans" cxnId="{F64B323A-894A-406D-AD54-D092C6D88403}">
      <dgm:prSet/>
      <dgm:spPr/>
      <dgm:t>
        <a:bodyPr/>
        <a:lstStyle/>
        <a:p>
          <a:endParaRPr lang="en-US"/>
        </a:p>
      </dgm:t>
    </dgm:pt>
    <dgm:pt modelId="{BB30BA6F-2E25-44BE-89F6-5FBAC436510C}" type="sibTrans" cxnId="{F64B323A-894A-406D-AD54-D092C6D88403}">
      <dgm:prSet/>
      <dgm:spPr/>
      <dgm:t>
        <a:bodyPr/>
        <a:lstStyle/>
        <a:p>
          <a:endParaRPr lang="en-US"/>
        </a:p>
      </dgm:t>
    </dgm:pt>
    <dgm:pt modelId="{27DFE40D-4A4F-4DD1-8497-485345D1604A}">
      <dgm:prSet/>
      <dgm:spPr/>
      <dgm:t>
        <a:bodyPr/>
        <a:lstStyle/>
        <a:p>
          <a:r>
            <a:rPr lang="en-US" b="1"/>
            <a:t>Manhattan Distance</a:t>
          </a:r>
          <a:endParaRPr lang="en-US"/>
        </a:p>
      </dgm:t>
    </dgm:pt>
    <dgm:pt modelId="{FC214999-135B-40CF-91AF-18EFF259DC10}" type="parTrans" cxnId="{135F2D82-154A-46C4-9499-B2133072707F}">
      <dgm:prSet/>
      <dgm:spPr/>
      <dgm:t>
        <a:bodyPr/>
        <a:lstStyle/>
        <a:p>
          <a:endParaRPr lang="en-US"/>
        </a:p>
      </dgm:t>
    </dgm:pt>
    <dgm:pt modelId="{D1A9F54A-EC78-49C8-85B5-0D91790EB382}" type="sibTrans" cxnId="{135F2D82-154A-46C4-9499-B2133072707F}">
      <dgm:prSet/>
      <dgm:spPr/>
      <dgm:t>
        <a:bodyPr/>
        <a:lstStyle/>
        <a:p>
          <a:endParaRPr lang="en-US"/>
        </a:p>
      </dgm:t>
    </dgm:pt>
    <dgm:pt modelId="{3972861A-B882-42C8-8C5A-D54945C0F446}">
      <dgm:prSet/>
      <dgm:spPr/>
      <dgm:t>
        <a:bodyPr/>
        <a:lstStyle/>
        <a:p>
          <a:r>
            <a:rPr lang="en-US" b="1" dirty="0"/>
            <a:t>Chebyshev Distance</a:t>
          </a:r>
          <a:endParaRPr lang="en-US" dirty="0"/>
        </a:p>
      </dgm:t>
    </dgm:pt>
    <dgm:pt modelId="{3DF55C68-D32C-46CE-AE78-D3CA0FFF7A18}" type="parTrans" cxnId="{9CD3A8F0-63D9-40E4-9CDF-8D70F47BF6B3}">
      <dgm:prSet/>
      <dgm:spPr/>
      <dgm:t>
        <a:bodyPr/>
        <a:lstStyle/>
        <a:p>
          <a:endParaRPr lang="en-US"/>
        </a:p>
      </dgm:t>
    </dgm:pt>
    <dgm:pt modelId="{C07A6B39-A771-4E1B-836A-3E967FC5EA57}" type="sibTrans" cxnId="{9CD3A8F0-63D9-40E4-9CDF-8D70F47BF6B3}">
      <dgm:prSet/>
      <dgm:spPr/>
      <dgm:t>
        <a:bodyPr/>
        <a:lstStyle/>
        <a:p>
          <a:endParaRPr lang="en-US"/>
        </a:p>
      </dgm:t>
    </dgm:pt>
    <dgm:pt modelId="{B6EE148C-32AA-4F86-803F-F897AB799C00}">
      <dgm:prSet/>
      <dgm:spPr/>
      <dgm:t>
        <a:bodyPr/>
        <a:lstStyle/>
        <a:p>
          <a:r>
            <a:rPr lang="en-US" b="1"/>
            <a:t>Minkowski Distance</a:t>
          </a:r>
          <a:endParaRPr lang="en-US"/>
        </a:p>
      </dgm:t>
    </dgm:pt>
    <dgm:pt modelId="{DDD85C22-CCED-4E29-A013-A8D93DCB75DE}" type="parTrans" cxnId="{C468E427-0311-4085-A9F8-BE82A80E6E30}">
      <dgm:prSet/>
      <dgm:spPr/>
      <dgm:t>
        <a:bodyPr/>
        <a:lstStyle/>
        <a:p>
          <a:endParaRPr lang="en-US"/>
        </a:p>
      </dgm:t>
    </dgm:pt>
    <dgm:pt modelId="{DD9C665A-7B92-49BB-A395-F1154BB0E255}" type="sibTrans" cxnId="{C468E427-0311-4085-A9F8-BE82A80E6E30}">
      <dgm:prSet/>
      <dgm:spPr/>
      <dgm:t>
        <a:bodyPr/>
        <a:lstStyle/>
        <a:p>
          <a:endParaRPr lang="en-US"/>
        </a:p>
      </dgm:t>
    </dgm:pt>
    <dgm:pt modelId="{E80EEF96-1602-4D2E-8A98-1187F38DDECF}">
      <dgm:prSet/>
      <dgm:spPr/>
      <dgm:t>
        <a:bodyPr/>
        <a:lstStyle/>
        <a:p>
          <a:r>
            <a:rPr lang="en-US" b="1"/>
            <a:t>Hamming Distance</a:t>
          </a:r>
          <a:endParaRPr lang="en-US"/>
        </a:p>
      </dgm:t>
    </dgm:pt>
    <dgm:pt modelId="{60FFBEC2-FEC9-4104-8E0D-CCCCACD542B1}" type="parTrans" cxnId="{2EA7EC8C-AF84-4E14-8C32-C46FADE6FC41}">
      <dgm:prSet/>
      <dgm:spPr/>
      <dgm:t>
        <a:bodyPr/>
        <a:lstStyle/>
        <a:p>
          <a:endParaRPr lang="en-US"/>
        </a:p>
      </dgm:t>
    </dgm:pt>
    <dgm:pt modelId="{ED6E66A2-3985-4415-8AE9-626478563DA3}" type="sibTrans" cxnId="{2EA7EC8C-AF84-4E14-8C32-C46FADE6FC41}">
      <dgm:prSet/>
      <dgm:spPr/>
      <dgm:t>
        <a:bodyPr/>
        <a:lstStyle/>
        <a:p>
          <a:endParaRPr lang="en-US"/>
        </a:p>
      </dgm:t>
    </dgm:pt>
    <dgm:pt modelId="{39146B6B-CA57-4B35-9745-C4624515EEBA}">
      <dgm:prSet/>
      <dgm:spPr/>
      <dgm:t>
        <a:bodyPr/>
        <a:lstStyle/>
        <a:p>
          <a:r>
            <a:rPr lang="en-US" b="1"/>
            <a:t>L1 Norm</a:t>
          </a:r>
          <a:endParaRPr lang="en-US"/>
        </a:p>
      </dgm:t>
    </dgm:pt>
    <dgm:pt modelId="{414E77FD-79F3-4E34-AF7E-FFEFEE3397A2}" type="parTrans" cxnId="{818A1F48-BE64-4A0F-A584-E635810A956A}">
      <dgm:prSet/>
      <dgm:spPr/>
      <dgm:t>
        <a:bodyPr/>
        <a:lstStyle/>
        <a:p>
          <a:endParaRPr lang="en-US"/>
        </a:p>
      </dgm:t>
    </dgm:pt>
    <dgm:pt modelId="{4CE6F9EA-B269-4883-ADFE-803C3CB858F8}" type="sibTrans" cxnId="{818A1F48-BE64-4A0F-A584-E635810A956A}">
      <dgm:prSet/>
      <dgm:spPr/>
      <dgm:t>
        <a:bodyPr/>
        <a:lstStyle/>
        <a:p>
          <a:endParaRPr lang="en-US"/>
        </a:p>
      </dgm:t>
    </dgm:pt>
    <dgm:pt modelId="{16EE8722-5798-4C94-B86D-F4D70A8FB8CE}">
      <dgm:prSet/>
      <dgm:spPr/>
      <dgm:t>
        <a:bodyPr/>
        <a:lstStyle/>
        <a:p>
          <a:r>
            <a:rPr lang="en-US" b="1"/>
            <a:t>L2 Norm</a:t>
          </a:r>
          <a:endParaRPr lang="en-US"/>
        </a:p>
      </dgm:t>
    </dgm:pt>
    <dgm:pt modelId="{0E75C326-0E50-4B73-AC70-99B624B13E32}" type="parTrans" cxnId="{ED7A2C6C-4564-40BB-BBB2-29FDBBC15F89}">
      <dgm:prSet/>
      <dgm:spPr/>
      <dgm:t>
        <a:bodyPr/>
        <a:lstStyle/>
        <a:p>
          <a:endParaRPr lang="en-US"/>
        </a:p>
      </dgm:t>
    </dgm:pt>
    <dgm:pt modelId="{4F245EBD-AD56-421B-AFC8-1E07D6782A51}" type="sibTrans" cxnId="{ED7A2C6C-4564-40BB-BBB2-29FDBBC15F89}">
      <dgm:prSet/>
      <dgm:spPr/>
      <dgm:t>
        <a:bodyPr/>
        <a:lstStyle/>
        <a:p>
          <a:endParaRPr lang="en-US"/>
        </a:p>
      </dgm:t>
    </dgm:pt>
    <dgm:pt modelId="{1E3C0FFB-BF58-4D75-8B71-7BF9921B719D}">
      <dgm:prSet/>
      <dgm:spPr/>
      <dgm:t>
        <a:bodyPr/>
        <a:lstStyle/>
        <a:p>
          <a:r>
            <a:rPr lang="en-US" b="1"/>
            <a:t>Jaccard Similarity</a:t>
          </a:r>
          <a:endParaRPr lang="en-US"/>
        </a:p>
      </dgm:t>
    </dgm:pt>
    <dgm:pt modelId="{40B71F9F-B97B-4BE3-9378-6835507849A2}" type="parTrans" cxnId="{BF2D6721-6518-46D1-8ABB-EB7CE928E2FF}">
      <dgm:prSet/>
      <dgm:spPr/>
      <dgm:t>
        <a:bodyPr/>
        <a:lstStyle/>
        <a:p>
          <a:endParaRPr lang="en-US"/>
        </a:p>
      </dgm:t>
    </dgm:pt>
    <dgm:pt modelId="{E72ABB5D-FBB0-4BEA-9A3C-9CAB24AC91E8}" type="sibTrans" cxnId="{BF2D6721-6518-46D1-8ABB-EB7CE928E2FF}">
      <dgm:prSet/>
      <dgm:spPr/>
      <dgm:t>
        <a:bodyPr/>
        <a:lstStyle/>
        <a:p>
          <a:endParaRPr lang="en-US"/>
        </a:p>
      </dgm:t>
    </dgm:pt>
    <dgm:pt modelId="{FE9D44F0-3087-44F4-86BD-60348690A3DE}" type="pres">
      <dgm:prSet presAssocID="{CB7CAB23-9910-48F3-995D-F648B786547B}" presName="diagram" presStyleCnt="0">
        <dgm:presLayoutVars>
          <dgm:dir/>
          <dgm:resizeHandles val="exact"/>
        </dgm:presLayoutVars>
      </dgm:prSet>
      <dgm:spPr/>
    </dgm:pt>
    <dgm:pt modelId="{991D0F29-F27D-4D6A-B874-80A15697B1CA}" type="pres">
      <dgm:prSet presAssocID="{7A2E8F7D-DDE1-4D3C-8460-D40E4D009956}" presName="node" presStyleLbl="node1" presStyleIdx="0" presStyleCnt="8">
        <dgm:presLayoutVars>
          <dgm:bulletEnabled val="1"/>
        </dgm:presLayoutVars>
      </dgm:prSet>
      <dgm:spPr/>
    </dgm:pt>
    <dgm:pt modelId="{0BC47650-9AE0-4C7D-8348-6A0B6DF0EF43}" type="pres">
      <dgm:prSet presAssocID="{BB30BA6F-2E25-44BE-89F6-5FBAC436510C}" presName="sibTrans" presStyleCnt="0"/>
      <dgm:spPr/>
    </dgm:pt>
    <dgm:pt modelId="{0A290922-F7E1-47EB-9A3A-60C84ECE6980}" type="pres">
      <dgm:prSet presAssocID="{27DFE40D-4A4F-4DD1-8497-485345D1604A}" presName="node" presStyleLbl="node1" presStyleIdx="1" presStyleCnt="8">
        <dgm:presLayoutVars>
          <dgm:bulletEnabled val="1"/>
        </dgm:presLayoutVars>
      </dgm:prSet>
      <dgm:spPr/>
    </dgm:pt>
    <dgm:pt modelId="{6B0CBCAC-A0F9-4307-AB23-568A6C704A19}" type="pres">
      <dgm:prSet presAssocID="{D1A9F54A-EC78-49C8-85B5-0D91790EB382}" presName="sibTrans" presStyleCnt="0"/>
      <dgm:spPr/>
    </dgm:pt>
    <dgm:pt modelId="{AF49B6A0-C97E-48E2-B5C2-5CC25D4E8A4A}" type="pres">
      <dgm:prSet presAssocID="{3972861A-B882-42C8-8C5A-D54945C0F446}" presName="node" presStyleLbl="node1" presStyleIdx="2" presStyleCnt="8">
        <dgm:presLayoutVars>
          <dgm:bulletEnabled val="1"/>
        </dgm:presLayoutVars>
      </dgm:prSet>
      <dgm:spPr/>
    </dgm:pt>
    <dgm:pt modelId="{215B98B3-59A2-4360-861B-8F4201A7EC5A}" type="pres">
      <dgm:prSet presAssocID="{C07A6B39-A771-4E1B-836A-3E967FC5EA57}" presName="sibTrans" presStyleCnt="0"/>
      <dgm:spPr/>
    </dgm:pt>
    <dgm:pt modelId="{2339E8FF-6372-433A-8145-A8A593192486}" type="pres">
      <dgm:prSet presAssocID="{B6EE148C-32AA-4F86-803F-F897AB799C00}" presName="node" presStyleLbl="node1" presStyleIdx="3" presStyleCnt="8">
        <dgm:presLayoutVars>
          <dgm:bulletEnabled val="1"/>
        </dgm:presLayoutVars>
      </dgm:prSet>
      <dgm:spPr/>
    </dgm:pt>
    <dgm:pt modelId="{C95D2253-289E-4F4C-BA21-C2E3DFF17F14}" type="pres">
      <dgm:prSet presAssocID="{DD9C665A-7B92-49BB-A395-F1154BB0E255}" presName="sibTrans" presStyleCnt="0"/>
      <dgm:spPr/>
    </dgm:pt>
    <dgm:pt modelId="{115AE58E-D673-4130-8843-2DF921C83486}" type="pres">
      <dgm:prSet presAssocID="{E80EEF96-1602-4D2E-8A98-1187F38DDECF}" presName="node" presStyleLbl="node1" presStyleIdx="4" presStyleCnt="8">
        <dgm:presLayoutVars>
          <dgm:bulletEnabled val="1"/>
        </dgm:presLayoutVars>
      </dgm:prSet>
      <dgm:spPr/>
    </dgm:pt>
    <dgm:pt modelId="{EEA8C991-D75D-4ADB-B4F4-51122D372D33}" type="pres">
      <dgm:prSet presAssocID="{ED6E66A2-3985-4415-8AE9-626478563DA3}" presName="sibTrans" presStyleCnt="0"/>
      <dgm:spPr/>
    </dgm:pt>
    <dgm:pt modelId="{F1DEA38D-0AC7-47E8-9BA7-B3C896D96BEE}" type="pres">
      <dgm:prSet presAssocID="{39146B6B-CA57-4B35-9745-C4624515EEBA}" presName="node" presStyleLbl="node1" presStyleIdx="5" presStyleCnt="8">
        <dgm:presLayoutVars>
          <dgm:bulletEnabled val="1"/>
        </dgm:presLayoutVars>
      </dgm:prSet>
      <dgm:spPr/>
    </dgm:pt>
    <dgm:pt modelId="{D2AB01BA-9486-4DDC-B291-468A9F464A3C}" type="pres">
      <dgm:prSet presAssocID="{4CE6F9EA-B269-4883-ADFE-803C3CB858F8}" presName="sibTrans" presStyleCnt="0"/>
      <dgm:spPr/>
    </dgm:pt>
    <dgm:pt modelId="{CEF3F3A2-935D-44DB-81F8-54727075589D}" type="pres">
      <dgm:prSet presAssocID="{16EE8722-5798-4C94-B86D-F4D70A8FB8CE}" presName="node" presStyleLbl="node1" presStyleIdx="6" presStyleCnt="8">
        <dgm:presLayoutVars>
          <dgm:bulletEnabled val="1"/>
        </dgm:presLayoutVars>
      </dgm:prSet>
      <dgm:spPr/>
    </dgm:pt>
    <dgm:pt modelId="{AAC59E65-6591-49B5-BBA6-CF81CA78F64E}" type="pres">
      <dgm:prSet presAssocID="{4F245EBD-AD56-421B-AFC8-1E07D6782A51}" presName="sibTrans" presStyleCnt="0"/>
      <dgm:spPr/>
    </dgm:pt>
    <dgm:pt modelId="{89541910-C845-4347-B5DC-5174FE980F18}" type="pres">
      <dgm:prSet presAssocID="{1E3C0FFB-BF58-4D75-8B71-7BF9921B719D}" presName="node" presStyleLbl="node1" presStyleIdx="7" presStyleCnt="8">
        <dgm:presLayoutVars>
          <dgm:bulletEnabled val="1"/>
        </dgm:presLayoutVars>
      </dgm:prSet>
      <dgm:spPr/>
    </dgm:pt>
  </dgm:ptLst>
  <dgm:cxnLst>
    <dgm:cxn modelId="{5EE8B11A-4F11-4EFC-99AE-400DEAB8A967}" type="presOf" srcId="{E80EEF96-1602-4D2E-8A98-1187F38DDECF}" destId="{115AE58E-D673-4130-8843-2DF921C83486}" srcOrd="0" destOrd="0" presId="urn:microsoft.com/office/officeart/2005/8/layout/default"/>
    <dgm:cxn modelId="{8481AA1B-BC5B-465E-BDBF-0B45AAF05215}" type="presOf" srcId="{16EE8722-5798-4C94-B86D-F4D70A8FB8CE}" destId="{CEF3F3A2-935D-44DB-81F8-54727075589D}" srcOrd="0" destOrd="0" presId="urn:microsoft.com/office/officeart/2005/8/layout/default"/>
    <dgm:cxn modelId="{BF2D6721-6518-46D1-8ABB-EB7CE928E2FF}" srcId="{CB7CAB23-9910-48F3-995D-F648B786547B}" destId="{1E3C0FFB-BF58-4D75-8B71-7BF9921B719D}" srcOrd="7" destOrd="0" parTransId="{40B71F9F-B97B-4BE3-9378-6835507849A2}" sibTransId="{E72ABB5D-FBB0-4BEA-9A3C-9CAB24AC91E8}"/>
    <dgm:cxn modelId="{18E12725-AA92-4CE4-8527-FD8BECD63F58}" type="presOf" srcId="{B6EE148C-32AA-4F86-803F-F897AB799C00}" destId="{2339E8FF-6372-433A-8145-A8A593192486}" srcOrd="0" destOrd="0" presId="urn:microsoft.com/office/officeart/2005/8/layout/default"/>
    <dgm:cxn modelId="{C468E427-0311-4085-A9F8-BE82A80E6E30}" srcId="{CB7CAB23-9910-48F3-995D-F648B786547B}" destId="{B6EE148C-32AA-4F86-803F-F897AB799C00}" srcOrd="3" destOrd="0" parTransId="{DDD85C22-CCED-4E29-A013-A8D93DCB75DE}" sibTransId="{DD9C665A-7B92-49BB-A395-F1154BB0E255}"/>
    <dgm:cxn modelId="{F64B323A-894A-406D-AD54-D092C6D88403}" srcId="{CB7CAB23-9910-48F3-995D-F648B786547B}" destId="{7A2E8F7D-DDE1-4D3C-8460-D40E4D009956}" srcOrd="0" destOrd="0" parTransId="{C555D922-4A03-4CE3-8749-8E1AD869EACB}" sibTransId="{BB30BA6F-2E25-44BE-89F6-5FBAC436510C}"/>
    <dgm:cxn modelId="{BAF1173E-7B5D-4DAD-A488-2ED9038A4A96}" type="presOf" srcId="{1E3C0FFB-BF58-4D75-8B71-7BF9921B719D}" destId="{89541910-C845-4347-B5DC-5174FE980F18}" srcOrd="0" destOrd="0" presId="urn:microsoft.com/office/officeart/2005/8/layout/default"/>
    <dgm:cxn modelId="{0626C967-B9DF-4282-9D61-94035DE270B9}" type="presOf" srcId="{3972861A-B882-42C8-8C5A-D54945C0F446}" destId="{AF49B6A0-C97E-48E2-B5C2-5CC25D4E8A4A}" srcOrd="0" destOrd="0" presId="urn:microsoft.com/office/officeart/2005/8/layout/default"/>
    <dgm:cxn modelId="{818A1F48-BE64-4A0F-A584-E635810A956A}" srcId="{CB7CAB23-9910-48F3-995D-F648B786547B}" destId="{39146B6B-CA57-4B35-9745-C4624515EEBA}" srcOrd="5" destOrd="0" parTransId="{414E77FD-79F3-4E34-AF7E-FFEFEE3397A2}" sibTransId="{4CE6F9EA-B269-4883-ADFE-803C3CB858F8}"/>
    <dgm:cxn modelId="{ED7A2C6C-4564-40BB-BBB2-29FDBBC15F89}" srcId="{CB7CAB23-9910-48F3-995D-F648B786547B}" destId="{16EE8722-5798-4C94-B86D-F4D70A8FB8CE}" srcOrd="6" destOrd="0" parTransId="{0E75C326-0E50-4B73-AC70-99B624B13E32}" sibTransId="{4F245EBD-AD56-421B-AFC8-1E07D6782A51}"/>
    <dgm:cxn modelId="{22706A6C-1188-4020-906D-2ABD66B13688}" type="presOf" srcId="{39146B6B-CA57-4B35-9745-C4624515EEBA}" destId="{F1DEA38D-0AC7-47E8-9BA7-B3C896D96BEE}" srcOrd="0" destOrd="0" presId="urn:microsoft.com/office/officeart/2005/8/layout/default"/>
    <dgm:cxn modelId="{B5855A71-0CCA-4413-967A-DF16CDFEB8EB}" type="presOf" srcId="{7A2E8F7D-DDE1-4D3C-8460-D40E4D009956}" destId="{991D0F29-F27D-4D6A-B874-80A15697B1CA}" srcOrd="0" destOrd="0" presId="urn:microsoft.com/office/officeart/2005/8/layout/default"/>
    <dgm:cxn modelId="{135F2D82-154A-46C4-9499-B2133072707F}" srcId="{CB7CAB23-9910-48F3-995D-F648B786547B}" destId="{27DFE40D-4A4F-4DD1-8497-485345D1604A}" srcOrd="1" destOrd="0" parTransId="{FC214999-135B-40CF-91AF-18EFF259DC10}" sibTransId="{D1A9F54A-EC78-49C8-85B5-0D91790EB382}"/>
    <dgm:cxn modelId="{B1314687-CEA8-4096-A3FA-72025D50FB0F}" type="presOf" srcId="{CB7CAB23-9910-48F3-995D-F648B786547B}" destId="{FE9D44F0-3087-44F4-86BD-60348690A3DE}" srcOrd="0" destOrd="0" presId="urn:microsoft.com/office/officeart/2005/8/layout/default"/>
    <dgm:cxn modelId="{2EA7EC8C-AF84-4E14-8C32-C46FADE6FC41}" srcId="{CB7CAB23-9910-48F3-995D-F648B786547B}" destId="{E80EEF96-1602-4D2E-8A98-1187F38DDECF}" srcOrd="4" destOrd="0" parTransId="{60FFBEC2-FEC9-4104-8E0D-CCCCACD542B1}" sibTransId="{ED6E66A2-3985-4415-8AE9-626478563DA3}"/>
    <dgm:cxn modelId="{9CD3A8F0-63D9-40E4-9CDF-8D70F47BF6B3}" srcId="{CB7CAB23-9910-48F3-995D-F648B786547B}" destId="{3972861A-B882-42C8-8C5A-D54945C0F446}" srcOrd="2" destOrd="0" parTransId="{3DF55C68-D32C-46CE-AE78-D3CA0FFF7A18}" sibTransId="{C07A6B39-A771-4E1B-836A-3E967FC5EA57}"/>
    <dgm:cxn modelId="{08BA0BF7-12B5-4B21-9BD8-69F37BEF2E6B}" type="presOf" srcId="{27DFE40D-4A4F-4DD1-8497-485345D1604A}" destId="{0A290922-F7E1-47EB-9A3A-60C84ECE6980}" srcOrd="0" destOrd="0" presId="urn:microsoft.com/office/officeart/2005/8/layout/default"/>
    <dgm:cxn modelId="{A960E7A8-18FF-4800-B001-55E84EA76C15}" type="presParOf" srcId="{FE9D44F0-3087-44F4-86BD-60348690A3DE}" destId="{991D0F29-F27D-4D6A-B874-80A15697B1CA}" srcOrd="0" destOrd="0" presId="urn:microsoft.com/office/officeart/2005/8/layout/default"/>
    <dgm:cxn modelId="{B7A0E5FF-8352-4C29-8C09-DC69DBD1E63D}" type="presParOf" srcId="{FE9D44F0-3087-44F4-86BD-60348690A3DE}" destId="{0BC47650-9AE0-4C7D-8348-6A0B6DF0EF43}" srcOrd="1" destOrd="0" presId="urn:microsoft.com/office/officeart/2005/8/layout/default"/>
    <dgm:cxn modelId="{962035AD-115A-4787-B92B-EF7FE1C1BE04}" type="presParOf" srcId="{FE9D44F0-3087-44F4-86BD-60348690A3DE}" destId="{0A290922-F7E1-47EB-9A3A-60C84ECE6980}" srcOrd="2" destOrd="0" presId="urn:microsoft.com/office/officeart/2005/8/layout/default"/>
    <dgm:cxn modelId="{3655F81B-C40C-4151-A62B-698F09AF0B59}" type="presParOf" srcId="{FE9D44F0-3087-44F4-86BD-60348690A3DE}" destId="{6B0CBCAC-A0F9-4307-AB23-568A6C704A19}" srcOrd="3" destOrd="0" presId="urn:microsoft.com/office/officeart/2005/8/layout/default"/>
    <dgm:cxn modelId="{76000EEB-707A-435E-A0DE-2CA418C1BDD0}" type="presParOf" srcId="{FE9D44F0-3087-44F4-86BD-60348690A3DE}" destId="{AF49B6A0-C97E-48E2-B5C2-5CC25D4E8A4A}" srcOrd="4" destOrd="0" presId="urn:microsoft.com/office/officeart/2005/8/layout/default"/>
    <dgm:cxn modelId="{415C7CFA-BE56-421A-A291-ADCE89EE83CA}" type="presParOf" srcId="{FE9D44F0-3087-44F4-86BD-60348690A3DE}" destId="{215B98B3-59A2-4360-861B-8F4201A7EC5A}" srcOrd="5" destOrd="0" presId="urn:microsoft.com/office/officeart/2005/8/layout/default"/>
    <dgm:cxn modelId="{4959B903-EE04-4B54-BA39-3790F75D29D4}" type="presParOf" srcId="{FE9D44F0-3087-44F4-86BD-60348690A3DE}" destId="{2339E8FF-6372-433A-8145-A8A593192486}" srcOrd="6" destOrd="0" presId="urn:microsoft.com/office/officeart/2005/8/layout/default"/>
    <dgm:cxn modelId="{F55172B4-40C9-4E5C-8E17-292933446380}" type="presParOf" srcId="{FE9D44F0-3087-44F4-86BD-60348690A3DE}" destId="{C95D2253-289E-4F4C-BA21-C2E3DFF17F14}" srcOrd="7" destOrd="0" presId="urn:microsoft.com/office/officeart/2005/8/layout/default"/>
    <dgm:cxn modelId="{0A433F4D-9A06-4B53-B3BD-1CBB102FF0DC}" type="presParOf" srcId="{FE9D44F0-3087-44F4-86BD-60348690A3DE}" destId="{115AE58E-D673-4130-8843-2DF921C83486}" srcOrd="8" destOrd="0" presId="urn:microsoft.com/office/officeart/2005/8/layout/default"/>
    <dgm:cxn modelId="{DC24EFE8-8636-4CD6-B463-540EB6BA2328}" type="presParOf" srcId="{FE9D44F0-3087-44F4-86BD-60348690A3DE}" destId="{EEA8C991-D75D-4ADB-B4F4-51122D372D33}" srcOrd="9" destOrd="0" presId="urn:microsoft.com/office/officeart/2005/8/layout/default"/>
    <dgm:cxn modelId="{7951CE8D-46FB-4750-9EF4-15064D198E22}" type="presParOf" srcId="{FE9D44F0-3087-44F4-86BD-60348690A3DE}" destId="{F1DEA38D-0AC7-47E8-9BA7-B3C896D96BEE}" srcOrd="10" destOrd="0" presId="urn:microsoft.com/office/officeart/2005/8/layout/default"/>
    <dgm:cxn modelId="{B36F1186-2475-49B9-98DB-4E81081B00E9}" type="presParOf" srcId="{FE9D44F0-3087-44F4-86BD-60348690A3DE}" destId="{D2AB01BA-9486-4DDC-B291-468A9F464A3C}" srcOrd="11" destOrd="0" presId="urn:microsoft.com/office/officeart/2005/8/layout/default"/>
    <dgm:cxn modelId="{CEB585B9-7180-4CEE-948E-875D9FEC9EE2}" type="presParOf" srcId="{FE9D44F0-3087-44F4-86BD-60348690A3DE}" destId="{CEF3F3A2-935D-44DB-81F8-54727075589D}" srcOrd="12" destOrd="0" presId="urn:microsoft.com/office/officeart/2005/8/layout/default"/>
    <dgm:cxn modelId="{FB89925C-35BB-4BEF-923D-10C761A387C4}" type="presParOf" srcId="{FE9D44F0-3087-44F4-86BD-60348690A3DE}" destId="{AAC59E65-6591-49B5-BBA6-CF81CA78F64E}" srcOrd="13" destOrd="0" presId="urn:microsoft.com/office/officeart/2005/8/layout/default"/>
    <dgm:cxn modelId="{A5D3DC3A-2127-4CFB-A065-107FC0680D8C}" type="presParOf" srcId="{FE9D44F0-3087-44F4-86BD-60348690A3DE}" destId="{89541910-C845-4347-B5DC-5174FE980F18}" srcOrd="14"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E649B45D-3476-41F4-B590-04F3ADF42E6E}" type="doc">
      <dgm:prSet loTypeId="urn:microsoft.com/office/officeart/2018/5/layout/IconCircle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CA282989-74B7-444F-8E95-A8C1E8F2AED4}">
      <dgm:prSet/>
      <dgm:spPr/>
      <dgm:t>
        <a:bodyPr/>
        <a:lstStyle/>
        <a:p>
          <a:pPr>
            <a:lnSpc>
              <a:spcPct val="100000"/>
            </a:lnSpc>
            <a:defRPr cap="all"/>
          </a:pPr>
          <a:r>
            <a:rPr lang="en-US"/>
            <a:t>Decision tree may be n-ary, n ≥ 2.</a:t>
          </a:r>
        </a:p>
      </dgm:t>
    </dgm:pt>
    <dgm:pt modelId="{B6F764E5-AC26-4EBC-A9CD-552362F11833}" type="parTrans" cxnId="{0A1D65BE-9E02-47A6-992A-C164133AA49F}">
      <dgm:prSet/>
      <dgm:spPr/>
      <dgm:t>
        <a:bodyPr/>
        <a:lstStyle/>
        <a:p>
          <a:endParaRPr lang="en-US"/>
        </a:p>
      </dgm:t>
    </dgm:pt>
    <dgm:pt modelId="{1234F6B6-6E5D-4D55-91F9-F5DBD0C479F0}" type="sibTrans" cxnId="{0A1D65BE-9E02-47A6-992A-C164133AA49F}">
      <dgm:prSet/>
      <dgm:spPr/>
      <dgm:t>
        <a:bodyPr/>
        <a:lstStyle/>
        <a:p>
          <a:endParaRPr lang="en-US"/>
        </a:p>
      </dgm:t>
    </dgm:pt>
    <dgm:pt modelId="{5A34B9BE-F1C9-421A-8F18-18547E273E6F}">
      <dgm:prSet/>
      <dgm:spPr/>
      <dgm:t>
        <a:bodyPr/>
        <a:lstStyle/>
        <a:p>
          <a:pPr>
            <a:lnSpc>
              <a:spcPct val="100000"/>
            </a:lnSpc>
            <a:defRPr cap="all"/>
          </a:pPr>
          <a:r>
            <a:rPr lang="en-US" dirty="0"/>
            <a:t>All nodes drawn with </a:t>
          </a:r>
          <a:r>
            <a:rPr lang="en-US" b="1" dirty="0"/>
            <a:t>circle (ellipse)</a:t>
          </a:r>
          <a:r>
            <a:rPr lang="en-US" dirty="0"/>
            <a:t> are called internal nodes.</a:t>
          </a:r>
        </a:p>
      </dgm:t>
    </dgm:pt>
    <dgm:pt modelId="{02B51313-FE49-43BA-A569-9622F4F533B6}" type="parTrans" cxnId="{834F49D8-C4D7-4A36-9B31-46E3DD07AF3F}">
      <dgm:prSet/>
      <dgm:spPr/>
      <dgm:t>
        <a:bodyPr/>
        <a:lstStyle/>
        <a:p>
          <a:endParaRPr lang="en-US"/>
        </a:p>
      </dgm:t>
    </dgm:pt>
    <dgm:pt modelId="{CEDEF90A-1762-4C2B-93F4-BBF3D5B81983}" type="sibTrans" cxnId="{834F49D8-C4D7-4A36-9B31-46E3DD07AF3F}">
      <dgm:prSet/>
      <dgm:spPr/>
      <dgm:t>
        <a:bodyPr/>
        <a:lstStyle/>
        <a:p>
          <a:endParaRPr lang="en-US"/>
        </a:p>
      </dgm:t>
    </dgm:pt>
    <dgm:pt modelId="{0F38C465-4D9A-45BF-8BFC-6052DED3666C}">
      <dgm:prSet/>
      <dgm:spPr/>
      <dgm:t>
        <a:bodyPr/>
        <a:lstStyle/>
        <a:p>
          <a:pPr>
            <a:lnSpc>
              <a:spcPct val="100000"/>
            </a:lnSpc>
            <a:defRPr cap="all"/>
          </a:pPr>
          <a:r>
            <a:rPr lang="en-US" dirty="0"/>
            <a:t>All nodes drawn with </a:t>
          </a:r>
          <a:r>
            <a:rPr lang="en-US" b="1" dirty="0"/>
            <a:t>square boxes</a:t>
          </a:r>
          <a:r>
            <a:rPr lang="en-US" dirty="0"/>
            <a:t> are called terminal nodes or leaf nodes.</a:t>
          </a:r>
        </a:p>
      </dgm:t>
    </dgm:pt>
    <dgm:pt modelId="{7032779D-EC4C-4BCA-A68C-6A2D9693D4A2}" type="parTrans" cxnId="{D30E2555-79E3-4412-A73B-6B09269F85F7}">
      <dgm:prSet/>
      <dgm:spPr/>
      <dgm:t>
        <a:bodyPr/>
        <a:lstStyle/>
        <a:p>
          <a:endParaRPr lang="en-US"/>
        </a:p>
      </dgm:t>
    </dgm:pt>
    <dgm:pt modelId="{11F575DA-93EA-4AE3-B922-F9502DE444BD}" type="sibTrans" cxnId="{D30E2555-79E3-4412-A73B-6B09269F85F7}">
      <dgm:prSet/>
      <dgm:spPr/>
      <dgm:t>
        <a:bodyPr/>
        <a:lstStyle/>
        <a:p>
          <a:endParaRPr lang="en-US"/>
        </a:p>
      </dgm:t>
    </dgm:pt>
    <dgm:pt modelId="{50AD771E-E281-4AB2-9489-5D080986C68A}">
      <dgm:prSet/>
      <dgm:spPr/>
      <dgm:t>
        <a:bodyPr/>
        <a:lstStyle/>
        <a:p>
          <a:pPr>
            <a:lnSpc>
              <a:spcPct val="100000"/>
            </a:lnSpc>
            <a:defRPr cap="all"/>
          </a:pPr>
          <a:r>
            <a:rPr lang="en-US"/>
            <a:t>Edges of a node represent </a:t>
          </a:r>
          <a:r>
            <a:rPr lang="en-US" b="1"/>
            <a:t>the outcome for a value of the node.</a:t>
          </a:r>
          <a:endParaRPr lang="en-US"/>
        </a:p>
      </dgm:t>
    </dgm:pt>
    <dgm:pt modelId="{A34BF70B-49E9-47EB-B102-B3880EAD68DD}" type="parTrans" cxnId="{D1AC3ADC-9538-43F9-B1A2-41F96E5CF040}">
      <dgm:prSet/>
      <dgm:spPr/>
      <dgm:t>
        <a:bodyPr/>
        <a:lstStyle/>
        <a:p>
          <a:endParaRPr lang="en-US"/>
        </a:p>
      </dgm:t>
    </dgm:pt>
    <dgm:pt modelId="{2690F2D4-2AF4-4121-9133-8C83EE8EE7A2}" type="sibTrans" cxnId="{D1AC3ADC-9538-43F9-B1A2-41F96E5CF040}">
      <dgm:prSet/>
      <dgm:spPr/>
      <dgm:t>
        <a:bodyPr/>
        <a:lstStyle/>
        <a:p>
          <a:endParaRPr lang="en-US"/>
        </a:p>
      </dgm:t>
    </dgm:pt>
    <dgm:pt modelId="{CE1D8355-5085-43F4-B985-B265B5865676}">
      <dgm:prSet/>
      <dgm:spPr/>
      <dgm:t>
        <a:bodyPr/>
        <a:lstStyle/>
        <a:p>
          <a:pPr>
            <a:lnSpc>
              <a:spcPct val="100000"/>
            </a:lnSpc>
            <a:defRPr cap="all"/>
          </a:pPr>
          <a:r>
            <a:rPr lang="en-US" dirty="0"/>
            <a:t>In a path, a node with same label is </a:t>
          </a:r>
          <a:r>
            <a:rPr lang="en-US" b="1" u="sng" dirty="0"/>
            <a:t>never repeated</a:t>
          </a:r>
          <a:r>
            <a:rPr lang="en-US" dirty="0"/>
            <a:t>.</a:t>
          </a:r>
        </a:p>
      </dgm:t>
    </dgm:pt>
    <dgm:pt modelId="{7B4711E7-E653-4970-80CD-F5BD1976992B}" type="parTrans" cxnId="{DC95B0E6-C885-46C1-B328-D3FDB26C2BFC}">
      <dgm:prSet/>
      <dgm:spPr/>
      <dgm:t>
        <a:bodyPr/>
        <a:lstStyle/>
        <a:p>
          <a:endParaRPr lang="en-US"/>
        </a:p>
      </dgm:t>
    </dgm:pt>
    <dgm:pt modelId="{BFD5D854-198D-4CAE-95BD-1D1F50CC1CBA}" type="sibTrans" cxnId="{DC95B0E6-C885-46C1-B328-D3FDB26C2BFC}">
      <dgm:prSet/>
      <dgm:spPr/>
      <dgm:t>
        <a:bodyPr/>
        <a:lstStyle/>
        <a:p>
          <a:endParaRPr lang="en-US"/>
        </a:p>
      </dgm:t>
    </dgm:pt>
    <dgm:pt modelId="{A81C1248-36B2-464C-95A7-1004357320AB}" type="pres">
      <dgm:prSet presAssocID="{E649B45D-3476-41F4-B590-04F3ADF42E6E}" presName="root" presStyleCnt="0">
        <dgm:presLayoutVars>
          <dgm:dir/>
          <dgm:resizeHandles val="exact"/>
        </dgm:presLayoutVars>
      </dgm:prSet>
      <dgm:spPr/>
    </dgm:pt>
    <dgm:pt modelId="{6BBE6F4C-5C58-4276-A3E5-0C0EB141F456}" type="pres">
      <dgm:prSet presAssocID="{CA282989-74B7-444F-8E95-A8C1E8F2AED4}" presName="compNode" presStyleCnt="0"/>
      <dgm:spPr/>
    </dgm:pt>
    <dgm:pt modelId="{7F26E912-F2A1-40CA-BB71-1BDBBBE2E919}" type="pres">
      <dgm:prSet presAssocID="{CA282989-74B7-444F-8E95-A8C1E8F2AED4}" presName="iconBgRect" presStyleLbl="bgShp" presStyleIdx="0" presStyleCnt="5"/>
      <dgm:spPr/>
    </dgm:pt>
    <dgm:pt modelId="{8755AF67-B20E-48D5-A35E-E7FB179EC712}" type="pres">
      <dgm:prSet presAssocID="{CA282989-74B7-444F-8E95-A8C1E8F2AED4}"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Forest scene"/>
        </a:ext>
      </dgm:extLst>
    </dgm:pt>
    <dgm:pt modelId="{E966D23D-E373-43E7-9B2F-E819395F0A53}" type="pres">
      <dgm:prSet presAssocID="{CA282989-74B7-444F-8E95-A8C1E8F2AED4}" presName="spaceRect" presStyleCnt="0"/>
      <dgm:spPr/>
    </dgm:pt>
    <dgm:pt modelId="{F0F8D688-1CAF-409F-A564-248365731FE8}" type="pres">
      <dgm:prSet presAssocID="{CA282989-74B7-444F-8E95-A8C1E8F2AED4}" presName="textRect" presStyleLbl="revTx" presStyleIdx="0" presStyleCnt="5">
        <dgm:presLayoutVars>
          <dgm:chMax val="1"/>
          <dgm:chPref val="1"/>
        </dgm:presLayoutVars>
      </dgm:prSet>
      <dgm:spPr/>
    </dgm:pt>
    <dgm:pt modelId="{5E9D2F5C-BD60-45E9-AD74-E5674E6C35CB}" type="pres">
      <dgm:prSet presAssocID="{1234F6B6-6E5D-4D55-91F9-F5DBD0C479F0}" presName="sibTrans" presStyleCnt="0"/>
      <dgm:spPr/>
    </dgm:pt>
    <dgm:pt modelId="{736DA3D9-D831-41C8-BDB5-1548BA88F810}" type="pres">
      <dgm:prSet presAssocID="{5A34B9BE-F1C9-421A-8F18-18547E273E6F}" presName="compNode" presStyleCnt="0"/>
      <dgm:spPr/>
    </dgm:pt>
    <dgm:pt modelId="{C51FA5B3-491E-48B3-B85D-18DB366428C4}" type="pres">
      <dgm:prSet presAssocID="{5A34B9BE-F1C9-421A-8F18-18547E273E6F}" presName="iconBgRect" presStyleLbl="bgShp" presStyleIdx="1" presStyleCnt="5"/>
      <dgm:spPr/>
    </dgm:pt>
    <dgm:pt modelId="{26C43721-223A-415B-A373-C088ACA934A1}" type="pres">
      <dgm:prSet presAssocID="{5A34B9BE-F1C9-421A-8F18-18547E273E6F}"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Flowchart"/>
        </a:ext>
      </dgm:extLst>
    </dgm:pt>
    <dgm:pt modelId="{7893E63C-1D96-40B9-8C35-5BF64FDC86A9}" type="pres">
      <dgm:prSet presAssocID="{5A34B9BE-F1C9-421A-8F18-18547E273E6F}" presName="spaceRect" presStyleCnt="0"/>
      <dgm:spPr/>
    </dgm:pt>
    <dgm:pt modelId="{7A291EB3-9504-4719-9525-B8B62813133A}" type="pres">
      <dgm:prSet presAssocID="{5A34B9BE-F1C9-421A-8F18-18547E273E6F}" presName="textRect" presStyleLbl="revTx" presStyleIdx="1" presStyleCnt="5">
        <dgm:presLayoutVars>
          <dgm:chMax val="1"/>
          <dgm:chPref val="1"/>
        </dgm:presLayoutVars>
      </dgm:prSet>
      <dgm:spPr/>
    </dgm:pt>
    <dgm:pt modelId="{9D90BF8B-27BC-41F2-8D47-37D3C88A3B89}" type="pres">
      <dgm:prSet presAssocID="{CEDEF90A-1762-4C2B-93F4-BBF3D5B81983}" presName="sibTrans" presStyleCnt="0"/>
      <dgm:spPr/>
    </dgm:pt>
    <dgm:pt modelId="{3B1A2E01-A468-4D60-8728-4EBAE90AFA26}" type="pres">
      <dgm:prSet presAssocID="{0F38C465-4D9A-45BF-8BFC-6052DED3666C}" presName="compNode" presStyleCnt="0"/>
      <dgm:spPr/>
    </dgm:pt>
    <dgm:pt modelId="{48A06491-7612-4926-865C-DE0194ACB012}" type="pres">
      <dgm:prSet presAssocID="{0F38C465-4D9A-45BF-8BFC-6052DED3666C}" presName="iconBgRect" presStyleLbl="bgShp" presStyleIdx="2" presStyleCnt="5"/>
      <dgm:spPr/>
    </dgm:pt>
    <dgm:pt modelId="{3EAE107E-530B-4C27-9F2F-34A371830DEA}" type="pres">
      <dgm:prSet presAssocID="{0F38C465-4D9A-45BF-8BFC-6052DED3666C}"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Network"/>
        </a:ext>
      </dgm:extLst>
    </dgm:pt>
    <dgm:pt modelId="{A165F9CA-E28E-48A1-8D33-A8BEF8E04F17}" type="pres">
      <dgm:prSet presAssocID="{0F38C465-4D9A-45BF-8BFC-6052DED3666C}" presName="spaceRect" presStyleCnt="0"/>
      <dgm:spPr/>
    </dgm:pt>
    <dgm:pt modelId="{C2B72778-2B4A-4E68-92CC-0C4E2FE63401}" type="pres">
      <dgm:prSet presAssocID="{0F38C465-4D9A-45BF-8BFC-6052DED3666C}" presName="textRect" presStyleLbl="revTx" presStyleIdx="2" presStyleCnt="5">
        <dgm:presLayoutVars>
          <dgm:chMax val="1"/>
          <dgm:chPref val="1"/>
        </dgm:presLayoutVars>
      </dgm:prSet>
      <dgm:spPr/>
    </dgm:pt>
    <dgm:pt modelId="{48DF063C-79C3-4469-95AF-A87CBFB6D245}" type="pres">
      <dgm:prSet presAssocID="{11F575DA-93EA-4AE3-B922-F9502DE444BD}" presName="sibTrans" presStyleCnt="0"/>
      <dgm:spPr/>
    </dgm:pt>
    <dgm:pt modelId="{BE1F6312-294D-47AA-AA48-1D49580681FB}" type="pres">
      <dgm:prSet presAssocID="{50AD771E-E281-4AB2-9489-5D080986C68A}" presName="compNode" presStyleCnt="0"/>
      <dgm:spPr/>
    </dgm:pt>
    <dgm:pt modelId="{DB6EFF0F-BD89-406F-889D-0AC08CFC97BC}" type="pres">
      <dgm:prSet presAssocID="{50AD771E-E281-4AB2-9489-5D080986C68A}" presName="iconBgRect" presStyleLbl="bgShp" presStyleIdx="3" presStyleCnt="5"/>
      <dgm:spPr/>
    </dgm:pt>
    <dgm:pt modelId="{5EC9162F-9511-4C6A-BA94-0BD25D00E854}" type="pres">
      <dgm:prSet presAssocID="{50AD771E-E281-4AB2-9489-5D080986C68A}"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Disconnected"/>
        </a:ext>
      </dgm:extLst>
    </dgm:pt>
    <dgm:pt modelId="{C61B90A9-4D6A-44D6-BA38-3B0039DB41A6}" type="pres">
      <dgm:prSet presAssocID="{50AD771E-E281-4AB2-9489-5D080986C68A}" presName="spaceRect" presStyleCnt="0"/>
      <dgm:spPr/>
    </dgm:pt>
    <dgm:pt modelId="{467B0DFB-B73C-4A91-94C0-0628EE66919C}" type="pres">
      <dgm:prSet presAssocID="{50AD771E-E281-4AB2-9489-5D080986C68A}" presName="textRect" presStyleLbl="revTx" presStyleIdx="3" presStyleCnt="5">
        <dgm:presLayoutVars>
          <dgm:chMax val="1"/>
          <dgm:chPref val="1"/>
        </dgm:presLayoutVars>
      </dgm:prSet>
      <dgm:spPr/>
    </dgm:pt>
    <dgm:pt modelId="{316E49B4-5D39-432D-8498-A4515633F743}" type="pres">
      <dgm:prSet presAssocID="{2690F2D4-2AF4-4121-9133-8C83EE8EE7A2}" presName="sibTrans" presStyleCnt="0"/>
      <dgm:spPr/>
    </dgm:pt>
    <dgm:pt modelId="{0040751D-C806-4415-93AB-33A9D10CFE79}" type="pres">
      <dgm:prSet presAssocID="{CE1D8355-5085-43F4-B985-B265B5865676}" presName="compNode" presStyleCnt="0"/>
      <dgm:spPr/>
    </dgm:pt>
    <dgm:pt modelId="{C586CD63-3199-47AD-AADD-56808B4B571A}" type="pres">
      <dgm:prSet presAssocID="{CE1D8355-5085-43F4-B985-B265B5865676}" presName="iconBgRect" presStyleLbl="bgShp" presStyleIdx="4" presStyleCnt="5"/>
      <dgm:spPr/>
    </dgm:pt>
    <dgm:pt modelId="{47722611-F32C-47AC-BF30-540662093D34}" type="pres">
      <dgm:prSet presAssocID="{CE1D8355-5085-43F4-B985-B265B5865676}"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Irritant"/>
        </a:ext>
      </dgm:extLst>
    </dgm:pt>
    <dgm:pt modelId="{E3A6F1FD-8CF8-40EC-8C4A-209A2CA0C093}" type="pres">
      <dgm:prSet presAssocID="{CE1D8355-5085-43F4-B985-B265B5865676}" presName="spaceRect" presStyleCnt="0"/>
      <dgm:spPr/>
    </dgm:pt>
    <dgm:pt modelId="{45011819-3ED0-4C01-B885-2157884C7061}" type="pres">
      <dgm:prSet presAssocID="{CE1D8355-5085-43F4-B985-B265B5865676}" presName="textRect" presStyleLbl="revTx" presStyleIdx="4" presStyleCnt="5">
        <dgm:presLayoutVars>
          <dgm:chMax val="1"/>
          <dgm:chPref val="1"/>
        </dgm:presLayoutVars>
      </dgm:prSet>
      <dgm:spPr/>
    </dgm:pt>
  </dgm:ptLst>
  <dgm:cxnLst>
    <dgm:cxn modelId="{1C750B31-F9DA-4D6B-A7FC-0B6EB34FBD34}" type="presOf" srcId="{CE1D8355-5085-43F4-B985-B265B5865676}" destId="{45011819-3ED0-4C01-B885-2157884C7061}" srcOrd="0" destOrd="0" presId="urn:microsoft.com/office/officeart/2018/5/layout/IconCircleLabelList"/>
    <dgm:cxn modelId="{DEA77547-C20B-483E-B2C4-DAF4A48A1753}" type="presOf" srcId="{5A34B9BE-F1C9-421A-8F18-18547E273E6F}" destId="{7A291EB3-9504-4719-9525-B8B62813133A}" srcOrd="0" destOrd="0" presId="urn:microsoft.com/office/officeart/2018/5/layout/IconCircleLabelList"/>
    <dgm:cxn modelId="{D30E2555-79E3-4412-A73B-6B09269F85F7}" srcId="{E649B45D-3476-41F4-B590-04F3ADF42E6E}" destId="{0F38C465-4D9A-45BF-8BFC-6052DED3666C}" srcOrd="2" destOrd="0" parTransId="{7032779D-EC4C-4BCA-A68C-6A2D9693D4A2}" sibTransId="{11F575DA-93EA-4AE3-B922-F9502DE444BD}"/>
    <dgm:cxn modelId="{A428A490-917F-4488-927A-7E54FA1E14BB}" type="presOf" srcId="{0F38C465-4D9A-45BF-8BFC-6052DED3666C}" destId="{C2B72778-2B4A-4E68-92CC-0C4E2FE63401}" srcOrd="0" destOrd="0" presId="urn:microsoft.com/office/officeart/2018/5/layout/IconCircleLabelList"/>
    <dgm:cxn modelId="{531CD098-5B08-4A5D-9693-8EF97C36B587}" type="presOf" srcId="{E649B45D-3476-41F4-B590-04F3ADF42E6E}" destId="{A81C1248-36B2-464C-95A7-1004357320AB}" srcOrd="0" destOrd="0" presId="urn:microsoft.com/office/officeart/2018/5/layout/IconCircleLabelList"/>
    <dgm:cxn modelId="{832CA3A3-58C1-412A-A05A-4BFAF05C732B}" type="presOf" srcId="{50AD771E-E281-4AB2-9489-5D080986C68A}" destId="{467B0DFB-B73C-4A91-94C0-0628EE66919C}" srcOrd="0" destOrd="0" presId="urn:microsoft.com/office/officeart/2018/5/layout/IconCircleLabelList"/>
    <dgm:cxn modelId="{0A1D65BE-9E02-47A6-992A-C164133AA49F}" srcId="{E649B45D-3476-41F4-B590-04F3ADF42E6E}" destId="{CA282989-74B7-444F-8E95-A8C1E8F2AED4}" srcOrd="0" destOrd="0" parTransId="{B6F764E5-AC26-4EBC-A9CD-552362F11833}" sibTransId="{1234F6B6-6E5D-4D55-91F9-F5DBD0C479F0}"/>
    <dgm:cxn modelId="{834F49D8-C4D7-4A36-9B31-46E3DD07AF3F}" srcId="{E649B45D-3476-41F4-B590-04F3ADF42E6E}" destId="{5A34B9BE-F1C9-421A-8F18-18547E273E6F}" srcOrd="1" destOrd="0" parTransId="{02B51313-FE49-43BA-A569-9622F4F533B6}" sibTransId="{CEDEF90A-1762-4C2B-93F4-BBF3D5B81983}"/>
    <dgm:cxn modelId="{D1AC3ADC-9538-43F9-B1A2-41F96E5CF040}" srcId="{E649B45D-3476-41F4-B590-04F3ADF42E6E}" destId="{50AD771E-E281-4AB2-9489-5D080986C68A}" srcOrd="3" destOrd="0" parTransId="{A34BF70B-49E9-47EB-B102-B3880EAD68DD}" sibTransId="{2690F2D4-2AF4-4121-9133-8C83EE8EE7A2}"/>
    <dgm:cxn modelId="{DC95B0E6-C885-46C1-B328-D3FDB26C2BFC}" srcId="{E649B45D-3476-41F4-B590-04F3ADF42E6E}" destId="{CE1D8355-5085-43F4-B985-B265B5865676}" srcOrd="4" destOrd="0" parTransId="{7B4711E7-E653-4970-80CD-F5BD1976992B}" sibTransId="{BFD5D854-198D-4CAE-95BD-1D1F50CC1CBA}"/>
    <dgm:cxn modelId="{2EA720FC-D24A-471D-88D5-10B33DF65EE6}" type="presOf" srcId="{CA282989-74B7-444F-8E95-A8C1E8F2AED4}" destId="{F0F8D688-1CAF-409F-A564-248365731FE8}" srcOrd="0" destOrd="0" presId="urn:microsoft.com/office/officeart/2018/5/layout/IconCircleLabelList"/>
    <dgm:cxn modelId="{414926D5-65A8-40C2-B7D9-04B4276DCCE1}" type="presParOf" srcId="{A81C1248-36B2-464C-95A7-1004357320AB}" destId="{6BBE6F4C-5C58-4276-A3E5-0C0EB141F456}" srcOrd="0" destOrd="0" presId="urn:microsoft.com/office/officeart/2018/5/layout/IconCircleLabelList"/>
    <dgm:cxn modelId="{B4D10B06-C154-48F7-8164-2A248858CDCB}" type="presParOf" srcId="{6BBE6F4C-5C58-4276-A3E5-0C0EB141F456}" destId="{7F26E912-F2A1-40CA-BB71-1BDBBBE2E919}" srcOrd="0" destOrd="0" presId="urn:microsoft.com/office/officeart/2018/5/layout/IconCircleLabelList"/>
    <dgm:cxn modelId="{714C5EC0-C455-41CD-B013-5F68AC085C3F}" type="presParOf" srcId="{6BBE6F4C-5C58-4276-A3E5-0C0EB141F456}" destId="{8755AF67-B20E-48D5-A35E-E7FB179EC712}" srcOrd="1" destOrd="0" presId="urn:microsoft.com/office/officeart/2018/5/layout/IconCircleLabelList"/>
    <dgm:cxn modelId="{420E515F-7C3D-4D33-9BE1-80A7FC5A57A5}" type="presParOf" srcId="{6BBE6F4C-5C58-4276-A3E5-0C0EB141F456}" destId="{E966D23D-E373-43E7-9B2F-E819395F0A53}" srcOrd="2" destOrd="0" presId="urn:microsoft.com/office/officeart/2018/5/layout/IconCircleLabelList"/>
    <dgm:cxn modelId="{8D0D4C2C-8C39-47B0-BCE2-BB755C7ACBED}" type="presParOf" srcId="{6BBE6F4C-5C58-4276-A3E5-0C0EB141F456}" destId="{F0F8D688-1CAF-409F-A564-248365731FE8}" srcOrd="3" destOrd="0" presId="urn:microsoft.com/office/officeart/2018/5/layout/IconCircleLabelList"/>
    <dgm:cxn modelId="{2BE0D9DB-3EAE-4482-BB3E-D33F0F873300}" type="presParOf" srcId="{A81C1248-36B2-464C-95A7-1004357320AB}" destId="{5E9D2F5C-BD60-45E9-AD74-E5674E6C35CB}" srcOrd="1" destOrd="0" presId="urn:microsoft.com/office/officeart/2018/5/layout/IconCircleLabelList"/>
    <dgm:cxn modelId="{BD4A5E84-B49E-410E-ACB8-2B8359A04131}" type="presParOf" srcId="{A81C1248-36B2-464C-95A7-1004357320AB}" destId="{736DA3D9-D831-41C8-BDB5-1548BA88F810}" srcOrd="2" destOrd="0" presId="urn:microsoft.com/office/officeart/2018/5/layout/IconCircleLabelList"/>
    <dgm:cxn modelId="{CD86D64D-D24A-4665-906C-ECCB2ADD315D}" type="presParOf" srcId="{736DA3D9-D831-41C8-BDB5-1548BA88F810}" destId="{C51FA5B3-491E-48B3-B85D-18DB366428C4}" srcOrd="0" destOrd="0" presId="urn:microsoft.com/office/officeart/2018/5/layout/IconCircleLabelList"/>
    <dgm:cxn modelId="{7A9E9C01-376D-4EC1-BAF2-20332ABE4A31}" type="presParOf" srcId="{736DA3D9-D831-41C8-BDB5-1548BA88F810}" destId="{26C43721-223A-415B-A373-C088ACA934A1}" srcOrd="1" destOrd="0" presId="urn:microsoft.com/office/officeart/2018/5/layout/IconCircleLabelList"/>
    <dgm:cxn modelId="{4ACA194A-908F-4D11-994D-96847A5D256B}" type="presParOf" srcId="{736DA3D9-D831-41C8-BDB5-1548BA88F810}" destId="{7893E63C-1D96-40B9-8C35-5BF64FDC86A9}" srcOrd="2" destOrd="0" presId="urn:microsoft.com/office/officeart/2018/5/layout/IconCircleLabelList"/>
    <dgm:cxn modelId="{3B11AD78-7CB5-45DC-A50F-56CB759F4A0F}" type="presParOf" srcId="{736DA3D9-D831-41C8-BDB5-1548BA88F810}" destId="{7A291EB3-9504-4719-9525-B8B62813133A}" srcOrd="3" destOrd="0" presId="urn:microsoft.com/office/officeart/2018/5/layout/IconCircleLabelList"/>
    <dgm:cxn modelId="{B4234323-5027-4582-A550-5CF237DDC8E3}" type="presParOf" srcId="{A81C1248-36B2-464C-95A7-1004357320AB}" destId="{9D90BF8B-27BC-41F2-8D47-37D3C88A3B89}" srcOrd="3" destOrd="0" presId="urn:microsoft.com/office/officeart/2018/5/layout/IconCircleLabelList"/>
    <dgm:cxn modelId="{750DD1AB-8711-467E-BCB9-42DF86267657}" type="presParOf" srcId="{A81C1248-36B2-464C-95A7-1004357320AB}" destId="{3B1A2E01-A468-4D60-8728-4EBAE90AFA26}" srcOrd="4" destOrd="0" presId="urn:microsoft.com/office/officeart/2018/5/layout/IconCircleLabelList"/>
    <dgm:cxn modelId="{9AD69700-3674-40A7-AE7E-7734BE96C3A4}" type="presParOf" srcId="{3B1A2E01-A468-4D60-8728-4EBAE90AFA26}" destId="{48A06491-7612-4926-865C-DE0194ACB012}" srcOrd="0" destOrd="0" presId="urn:microsoft.com/office/officeart/2018/5/layout/IconCircleLabelList"/>
    <dgm:cxn modelId="{293A7744-ABC8-4F8F-A956-408D7146EC3B}" type="presParOf" srcId="{3B1A2E01-A468-4D60-8728-4EBAE90AFA26}" destId="{3EAE107E-530B-4C27-9F2F-34A371830DEA}" srcOrd="1" destOrd="0" presId="urn:microsoft.com/office/officeart/2018/5/layout/IconCircleLabelList"/>
    <dgm:cxn modelId="{73DB24E2-E917-40B8-B516-A4FCB18AF8BB}" type="presParOf" srcId="{3B1A2E01-A468-4D60-8728-4EBAE90AFA26}" destId="{A165F9CA-E28E-48A1-8D33-A8BEF8E04F17}" srcOrd="2" destOrd="0" presId="urn:microsoft.com/office/officeart/2018/5/layout/IconCircleLabelList"/>
    <dgm:cxn modelId="{4FDC0C95-AA80-41BA-83CE-01955D45EBC8}" type="presParOf" srcId="{3B1A2E01-A468-4D60-8728-4EBAE90AFA26}" destId="{C2B72778-2B4A-4E68-92CC-0C4E2FE63401}" srcOrd="3" destOrd="0" presId="urn:microsoft.com/office/officeart/2018/5/layout/IconCircleLabelList"/>
    <dgm:cxn modelId="{458B0C64-F241-48F2-B277-644043A36F81}" type="presParOf" srcId="{A81C1248-36B2-464C-95A7-1004357320AB}" destId="{48DF063C-79C3-4469-95AF-A87CBFB6D245}" srcOrd="5" destOrd="0" presId="urn:microsoft.com/office/officeart/2018/5/layout/IconCircleLabelList"/>
    <dgm:cxn modelId="{AA67C634-270F-4C96-8053-64ED49C29CC2}" type="presParOf" srcId="{A81C1248-36B2-464C-95A7-1004357320AB}" destId="{BE1F6312-294D-47AA-AA48-1D49580681FB}" srcOrd="6" destOrd="0" presId="urn:microsoft.com/office/officeart/2018/5/layout/IconCircleLabelList"/>
    <dgm:cxn modelId="{B1EAE116-423A-4D2B-A607-2CF937509D64}" type="presParOf" srcId="{BE1F6312-294D-47AA-AA48-1D49580681FB}" destId="{DB6EFF0F-BD89-406F-889D-0AC08CFC97BC}" srcOrd="0" destOrd="0" presId="urn:microsoft.com/office/officeart/2018/5/layout/IconCircleLabelList"/>
    <dgm:cxn modelId="{0C5AFCD0-6B74-42F2-AE75-083333D19EC8}" type="presParOf" srcId="{BE1F6312-294D-47AA-AA48-1D49580681FB}" destId="{5EC9162F-9511-4C6A-BA94-0BD25D00E854}" srcOrd="1" destOrd="0" presId="urn:microsoft.com/office/officeart/2018/5/layout/IconCircleLabelList"/>
    <dgm:cxn modelId="{E906EAE3-A545-4187-9681-882032B77411}" type="presParOf" srcId="{BE1F6312-294D-47AA-AA48-1D49580681FB}" destId="{C61B90A9-4D6A-44D6-BA38-3B0039DB41A6}" srcOrd="2" destOrd="0" presId="urn:microsoft.com/office/officeart/2018/5/layout/IconCircleLabelList"/>
    <dgm:cxn modelId="{3A001AE3-AD61-47A5-A3A0-0B577D94A75F}" type="presParOf" srcId="{BE1F6312-294D-47AA-AA48-1D49580681FB}" destId="{467B0DFB-B73C-4A91-94C0-0628EE66919C}" srcOrd="3" destOrd="0" presId="urn:microsoft.com/office/officeart/2018/5/layout/IconCircleLabelList"/>
    <dgm:cxn modelId="{D2B6885F-31DA-4593-A195-CD2218C648DF}" type="presParOf" srcId="{A81C1248-36B2-464C-95A7-1004357320AB}" destId="{316E49B4-5D39-432D-8498-A4515633F743}" srcOrd="7" destOrd="0" presId="urn:microsoft.com/office/officeart/2018/5/layout/IconCircleLabelList"/>
    <dgm:cxn modelId="{E99D0593-DE41-4903-9586-354D70D8E701}" type="presParOf" srcId="{A81C1248-36B2-464C-95A7-1004357320AB}" destId="{0040751D-C806-4415-93AB-33A9D10CFE79}" srcOrd="8" destOrd="0" presId="urn:microsoft.com/office/officeart/2018/5/layout/IconCircleLabelList"/>
    <dgm:cxn modelId="{A4ED3A51-2EFA-462E-AE95-17C961AD9C48}" type="presParOf" srcId="{0040751D-C806-4415-93AB-33A9D10CFE79}" destId="{C586CD63-3199-47AD-AADD-56808B4B571A}" srcOrd="0" destOrd="0" presId="urn:microsoft.com/office/officeart/2018/5/layout/IconCircleLabelList"/>
    <dgm:cxn modelId="{2969664C-74BD-420F-A972-C510BB204CBE}" type="presParOf" srcId="{0040751D-C806-4415-93AB-33A9D10CFE79}" destId="{47722611-F32C-47AC-BF30-540662093D34}" srcOrd="1" destOrd="0" presId="urn:microsoft.com/office/officeart/2018/5/layout/IconCircleLabelList"/>
    <dgm:cxn modelId="{80B8215E-1AFA-4484-BFCA-3D526F39DECB}" type="presParOf" srcId="{0040751D-C806-4415-93AB-33A9D10CFE79}" destId="{E3A6F1FD-8CF8-40EC-8C4A-209A2CA0C093}" srcOrd="2" destOrd="0" presId="urn:microsoft.com/office/officeart/2018/5/layout/IconCircleLabelList"/>
    <dgm:cxn modelId="{B02696FA-3CD4-495C-BF4B-95FE13829E71}" type="presParOf" srcId="{0040751D-C806-4415-93AB-33A9D10CFE79}" destId="{45011819-3ED0-4C01-B885-2157884C7061}"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7012D48-FF91-4AFE-AA76-BC67ABA5AB72}">
      <dsp:nvSpPr>
        <dsp:cNvPr id="0" name=""/>
        <dsp:cNvSpPr/>
      </dsp:nvSpPr>
      <dsp:spPr>
        <a:xfrm>
          <a:off x="108989" y="482125"/>
          <a:ext cx="1282575" cy="1282575"/>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5188FFD-B960-414D-BEFC-72D108181B33}">
      <dsp:nvSpPr>
        <dsp:cNvPr id="0" name=""/>
        <dsp:cNvSpPr/>
      </dsp:nvSpPr>
      <dsp:spPr>
        <a:xfrm>
          <a:off x="378329" y="751466"/>
          <a:ext cx="743893" cy="74389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EF855E57-2A24-4679-B94E-34326AC86A45}">
      <dsp:nvSpPr>
        <dsp:cNvPr id="0" name=""/>
        <dsp:cNvSpPr/>
      </dsp:nvSpPr>
      <dsp:spPr>
        <a:xfrm>
          <a:off x="1666401" y="482125"/>
          <a:ext cx="3023212" cy="12825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00100">
            <a:lnSpc>
              <a:spcPct val="90000"/>
            </a:lnSpc>
            <a:spcBef>
              <a:spcPct val="0"/>
            </a:spcBef>
            <a:spcAft>
              <a:spcPct val="35000"/>
            </a:spcAft>
            <a:buNone/>
          </a:pPr>
          <a:r>
            <a:rPr lang="en-US" sz="1800" b="1" kern="1200" dirty="0"/>
            <a:t>Data storage utilizes observation, memory, and recall to provide a factual basis for further reasoning.</a:t>
          </a:r>
        </a:p>
      </dsp:txBody>
      <dsp:txXfrm>
        <a:off x="1666401" y="482125"/>
        <a:ext cx="3023212" cy="1282575"/>
      </dsp:txXfrm>
    </dsp:sp>
    <dsp:sp modelId="{C393C928-46CE-45A4-AE42-3AEFD6789481}">
      <dsp:nvSpPr>
        <dsp:cNvPr id="0" name=""/>
        <dsp:cNvSpPr/>
      </dsp:nvSpPr>
      <dsp:spPr>
        <a:xfrm>
          <a:off x="5216385" y="482125"/>
          <a:ext cx="1282575" cy="1282575"/>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9CDAE53-1929-4B20-8DC1-0C1A7EB90EBB}">
      <dsp:nvSpPr>
        <dsp:cNvPr id="0" name=""/>
        <dsp:cNvSpPr/>
      </dsp:nvSpPr>
      <dsp:spPr>
        <a:xfrm>
          <a:off x="5485726" y="751466"/>
          <a:ext cx="743893" cy="74389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1D4340DD-DBB6-4B11-8140-C2AB20A57371}">
      <dsp:nvSpPr>
        <dsp:cNvPr id="0" name=""/>
        <dsp:cNvSpPr/>
      </dsp:nvSpPr>
      <dsp:spPr>
        <a:xfrm>
          <a:off x="6773798" y="482125"/>
          <a:ext cx="3023212" cy="12825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90000"/>
            </a:lnSpc>
            <a:spcBef>
              <a:spcPct val="0"/>
            </a:spcBef>
            <a:spcAft>
              <a:spcPct val="35000"/>
            </a:spcAft>
            <a:buNone/>
          </a:pPr>
          <a:r>
            <a:rPr lang="en-US" sz="1400" b="1" i="0" kern="1200" dirty="0"/>
            <a:t>Abstraction involves transforming raw data into higher-level representations or features that capture essential information. This process often includes data preprocessing, feature engineering, and data transformation to make it suitable for modeling. Abstraction is essential for reducing noise and highlighting relevant patterns.</a:t>
          </a:r>
          <a:endParaRPr lang="en-US" sz="1400" b="1" kern="1200" dirty="0"/>
        </a:p>
      </dsp:txBody>
      <dsp:txXfrm>
        <a:off x="6773798" y="482125"/>
        <a:ext cx="3023212" cy="1282575"/>
      </dsp:txXfrm>
    </dsp:sp>
    <dsp:sp modelId="{082E591E-4EE2-4A1E-902D-A1941841997D}">
      <dsp:nvSpPr>
        <dsp:cNvPr id="0" name=""/>
        <dsp:cNvSpPr/>
      </dsp:nvSpPr>
      <dsp:spPr>
        <a:xfrm>
          <a:off x="108989" y="2487589"/>
          <a:ext cx="1282575" cy="1282575"/>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F8CE80F-9691-4444-91A5-C28190617F37}">
      <dsp:nvSpPr>
        <dsp:cNvPr id="0" name=""/>
        <dsp:cNvSpPr/>
      </dsp:nvSpPr>
      <dsp:spPr>
        <a:xfrm>
          <a:off x="378329" y="2756930"/>
          <a:ext cx="743893" cy="74389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3177EDAD-AB21-4D36-9E28-58405454DEF8}">
      <dsp:nvSpPr>
        <dsp:cNvPr id="0" name=""/>
        <dsp:cNvSpPr/>
      </dsp:nvSpPr>
      <dsp:spPr>
        <a:xfrm>
          <a:off x="1666401" y="2487589"/>
          <a:ext cx="3023212" cy="12825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00100">
            <a:lnSpc>
              <a:spcPct val="90000"/>
            </a:lnSpc>
            <a:spcBef>
              <a:spcPct val="0"/>
            </a:spcBef>
            <a:spcAft>
              <a:spcPct val="35000"/>
            </a:spcAft>
            <a:buNone/>
          </a:pPr>
          <a:r>
            <a:rPr lang="en-US" sz="1800" b="1" kern="1200" dirty="0"/>
            <a:t>Generalization uses abstracted data to create knowledge and inferences that drive action in new contexts.</a:t>
          </a:r>
        </a:p>
      </dsp:txBody>
      <dsp:txXfrm>
        <a:off x="1666401" y="2487589"/>
        <a:ext cx="3023212" cy="1282575"/>
      </dsp:txXfrm>
    </dsp:sp>
    <dsp:sp modelId="{C6328F59-0876-440D-81F3-4EB59EA03237}">
      <dsp:nvSpPr>
        <dsp:cNvPr id="0" name=""/>
        <dsp:cNvSpPr/>
      </dsp:nvSpPr>
      <dsp:spPr>
        <a:xfrm>
          <a:off x="5216385" y="2487589"/>
          <a:ext cx="1282575" cy="1282575"/>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804904F-4813-4030-9454-CCDFA7CA1248}">
      <dsp:nvSpPr>
        <dsp:cNvPr id="0" name=""/>
        <dsp:cNvSpPr/>
      </dsp:nvSpPr>
      <dsp:spPr>
        <a:xfrm>
          <a:off x="5485726" y="2756930"/>
          <a:ext cx="743893" cy="743893"/>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23E4CC0F-F5B5-4049-AAE1-BAFBFA9336E8}">
      <dsp:nvSpPr>
        <dsp:cNvPr id="0" name=""/>
        <dsp:cNvSpPr/>
      </dsp:nvSpPr>
      <dsp:spPr>
        <a:xfrm>
          <a:off x="6773798" y="2487589"/>
          <a:ext cx="3023212" cy="12825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00100">
            <a:lnSpc>
              <a:spcPct val="90000"/>
            </a:lnSpc>
            <a:spcBef>
              <a:spcPct val="0"/>
            </a:spcBef>
            <a:spcAft>
              <a:spcPct val="35000"/>
            </a:spcAft>
            <a:buNone/>
          </a:pPr>
          <a:r>
            <a:rPr lang="en-US" sz="1800" b="1" kern="1200" dirty="0"/>
            <a:t>Evaluation provides a feedback mechanism to measure the utility of learned knowledge and inform potential improvements.</a:t>
          </a:r>
        </a:p>
      </dsp:txBody>
      <dsp:txXfrm>
        <a:off x="6773798" y="2487589"/>
        <a:ext cx="3023212" cy="128257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20D9D0E-FAD0-441B-A0FE-E430B005DC2D}">
      <dsp:nvSpPr>
        <dsp:cNvPr id="0" name=""/>
        <dsp:cNvSpPr/>
      </dsp:nvSpPr>
      <dsp:spPr>
        <a:xfrm>
          <a:off x="0" y="3324"/>
          <a:ext cx="6692748" cy="70806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8A8A2E3-3FC9-48F6-B22E-D06EF6E7CEB6}">
      <dsp:nvSpPr>
        <dsp:cNvPr id="0" name=""/>
        <dsp:cNvSpPr/>
      </dsp:nvSpPr>
      <dsp:spPr>
        <a:xfrm>
          <a:off x="214188" y="162638"/>
          <a:ext cx="389434" cy="38943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2B0D87E7-BB63-4EA7-805F-DCC82BB0882E}">
      <dsp:nvSpPr>
        <dsp:cNvPr id="0" name=""/>
        <dsp:cNvSpPr/>
      </dsp:nvSpPr>
      <dsp:spPr>
        <a:xfrm>
          <a:off x="817812" y="3324"/>
          <a:ext cx="5874935" cy="7080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4937" tIns="74937" rIns="74937" bIns="74937" numCol="1" spcCol="1270" anchor="ctr" anchorCtr="0">
          <a:noAutofit/>
        </a:bodyPr>
        <a:lstStyle/>
        <a:p>
          <a:pPr marL="0" lvl="0" indent="0" algn="l" defTabSz="844550">
            <a:lnSpc>
              <a:spcPct val="90000"/>
            </a:lnSpc>
            <a:spcBef>
              <a:spcPct val="0"/>
            </a:spcBef>
            <a:spcAft>
              <a:spcPct val="35000"/>
            </a:spcAft>
            <a:buNone/>
          </a:pPr>
          <a:r>
            <a:rPr lang="en-US" sz="1900" kern="1200" dirty="0"/>
            <a:t>Mathematical equations</a:t>
          </a:r>
        </a:p>
      </dsp:txBody>
      <dsp:txXfrm>
        <a:off x="817812" y="3324"/>
        <a:ext cx="5874935" cy="708062"/>
      </dsp:txXfrm>
    </dsp:sp>
    <dsp:sp modelId="{4ED8DFDE-B460-4406-B44E-82BA47A18F7A}">
      <dsp:nvSpPr>
        <dsp:cNvPr id="0" name=""/>
        <dsp:cNvSpPr/>
      </dsp:nvSpPr>
      <dsp:spPr>
        <a:xfrm>
          <a:off x="0" y="888402"/>
          <a:ext cx="6692748" cy="70806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8531E47-3B16-40B8-8130-B7342BB41077}">
      <dsp:nvSpPr>
        <dsp:cNvPr id="0" name=""/>
        <dsp:cNvSpPr/>
      </dsp:nvSpPr>
      <dsp:spPr>
        <a:xfrm>
          <a:off x="214188" y="1047716"/>
          <a:ext cx="389434" cy="38943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8E040CEC-9FA2-4476-BB69-09F57B711AFC}">
      <dsp:nvSpPr>
        <dsp:cNvPr id="0" name=""/>
        <dsp:cNvSpPr/>
      </dsp:nvSpPr>
      <dsp:spPr>
        <a:xfrm>
          <a:off x="817812" y="888402"/>
          <a:ext cx="5874935" cy="7080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4937" tIns="74937" rIns="74937" bIns="74937" numCol="1" spcCol="1270" anchor="ctr" anchorCtr="0">
          <a:noAutofit/>
        </a:bodyPr>
        <a:lstStyle/>
        <a:p>
          <a:pPr marL="0" lvl="0" indent="0" algn="l" defTabSz="844550">
            <a:lnSpc>
              <a:spcPct val="90000"/>
            </a:lnSpc>
            <a:spcBef>
              <a:spcPct val="0"/>
            </a:spcBef>
            <a:spcAft>
              <a:spcPct val="35000"/>
            </a:spcAft>
            <a:buNone/>
          </a:pPr>
          <a:r>
            <a:rPr lang="en-US" sz="1900" kern="1200"/>
            <a:t>Statistical Models</a:t>
          </a:r>
        </a:p>
      </dsp:txBody>
      <dsp:txXfrm>
        <a:off x="817812" y="888402"/>
        <a:ext cx="5874935" cy="708062"/>
      </dsp:txXfrm>
    </dsp:sp>
    <dsp:sp modelId="{3F50C179-0C17-45FF-8CBD-557E6C4B883A}">
      <dsp:nvSpPr>
        <dsp:cNvPr id="0" name=""/>
        <dsp:cNvSpPr/>
      </dsp:nvSpPr>
      <dsp:spPr>
        <a:xfrm>
          <a:off x="0" y="1773480"/>
          <a:ext cx="6692748" cy="70806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C81BAD8-9911-4FAF-B3BB-73B56CE97C6F}">
      <dsp:nvSpPr>
        <dsp:cNvPr id="0" name=""/>
        <dsp:cNvSpPr/>
      </dsp:nvSpPr>
      <dsp:spPr>
        <a:xfrm>
          <a:off x="214188" y="1932794"/>
          <a:ext cx="389434" cy="38943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7FE254DE-D807-45F6-88EE-2B74910E66F6}">
      <dsp:nvSpPr>
        <dsp:cNvPr id="0" name=""/>
        <dsp:cNvSpPr/>
      </dsp:nvSpPr>
      <dsp:spPr>
        <a:xfrm>
          <a:off x="817812" y="1773480"/>
          <a:ext cx="5874935" cy="7080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4937" tIns="74937" rIns="74937" bIns="74937" numCol="1" spcCol="1270" anchor="ctr" anchorCtr="0">
          <a:noAutofit/>
        </a:bodyPr>
        <a:lstStyle/>
        <a:p>
          <a:pPr marL="0" lvl="0" indent="0" algn="l" defTabSz="844550">
            <a:lnSpc>
              <a:spcPct val="90000"/>
            </a:lnSpc>
            <a:spcBef>
              <a:spcPct val="0"/>
            </a:spcBef>
            <a:spcAft>
              <a:spcPct val="35000"/>
            </a:spcAft>
            <a:buNone/>
          </a:pPr>
          <a:r>
            <a:rPr lang="en-US" sz="1900" kern="1200"/>
            <a:t>Relational diagrams such as trees and graphs</a:t>
          </a:r>
        </a:p>
      </dsp:txBody>
      <dsp:txXfrm>
        <a:off x="817812" y="1773480"/>
        <a:ext cx="5874935" cy="708062"/>
      </dsp:txXfrm>
    </dsp:sp>
    <dsp:sp modelId="{453E5BBF-8FD7-489A-928E-E55E90CAC975}">
      <dsp:nvSpPr>
        <dsp:cNvPr id="0" name=""/>
        <dsp:cNvSpPr/>
      </dsp:nvSpPr>
      <dsp:spPr>
        <a:xfrm>
          <a:off x="0" y="2658558"/>
          <a:ext cx="6692748" cy="70806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F5185C5-D990-470C-84ED-DD0607013D04}">
      <dsp:nvSpPr>
        <dsp:cNvPr id="0" name=""/>
        <dsp:cNvSpPr/>
      </dsp:nvSpPr>
      <dsp:spPr>
        <a:xfrm>
          <a:off x="214188" y="2817873"/>
          <a:ext cx="389434" cy="389434"/>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F9F9F511-D394-4E87-B1E8-01A13713CA9C}">
      <dsp:nvSpPr>
        <dsp:cNvPr id="0" name=""/>
        <dsp:cNvSpPr/>
      </dsp:nvSpPr>
      <dsp:spPr>
        <a:xfrm>
          <a:off x="817812" y="2658558"/>
          <a:ext cx="5874935" cy="7080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4937" tIns="74937" rIns="74937" bIns="74937" numCol="1" spcCol="1270" anchor="ctr" anchorCtr="0">
          <a:noAutofit/>
        </a:bodyPr>
        <a:lstStyle/>
        <a:p>
          <a:pPr marL="0" lvl="0" indent="0" algn="l" defTabSz="844550">
            <a:lnSpc>
              <a:spcPct val="90000"/>
            </a:lnSpc>
            <a:spcBef>
              <a:spcPct val="0"/>
            </a:spcBef>
            <a:spcAft>
              <a:spcPct val="35000"/>
            </a:spcAft>
            <a:buNone/>
          </a:pPr>
          <a:r>
            <a:rPr lang="en-US" sz="1900" kern="1200" dirty="0"/>
            <a:t>Logical if/else rules</a:t>
          </a:r>
        </a:p>
      </dsp:txBody>
      <dsp:txXfrm>
        <a:off x="817812" y="2658558"/>
        <a:ext cx="5874935" cy="708062"/>
      </dsp:txXfrm>
    </dsp:sp>
    <dsp:sp modelId="{845A3237-6C39-43AB-9C1F-206771A5AC08}">
      <dsp:nvSpPr>
        <dsp:cNvPr id="0" name=""/>
        <dsp:cNvSpPr/>
      </dsp:nvSpPr>
      <dsp:spPr>
        <a:xfrm>
          <a:off x="0" y="3543637"/>
          <a:ext cx="6692748" cy="70806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CCA17F8-6197-474A-99D9-D6DC7521D844}">
      <dsp:nvSpPr>
        <dsp:cNvPr id="0" name=""/>
        <dsp:cNvSpPr/>
      </dsp:nvSpPr>
      <dsp:spPr>
        <a:xfrm>
          <a:off x="214188" y="3702951"/>
          <a:ext cx="389434" cy="389434"/>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6CA4BCA9-D759-4062-81B0-97A0E9931938}">
      <dsp:nvSpPr>
        <dsp:cNvPr id="0" name=""/>
        <dsp:cNvSpPr/>
      </dsp:nvSpPr>
      <dsp:spPr>
        <a:xfrm>
          <a:off x="817812" y="3543637"/>
          <a:ext cx="5874935" cy="7080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4937" tIns="74937" rIns="74937" bIns="74937" numCol="1" spcCol="1270" anchor="ctr" anchorCtr="0">
          <a:noAutofit/>
        </a:bodyPr>
        <a:lstStyle/>
        <a:p>
          <a:pPr marL="0" lvl="0" indent="0" algn="l" defTabSz="844550">
            <a:lnSpc>
              <a:spcPct val="90000"/>
            </a:lnSpc>
            <a:spcBef>
              <a:spcPct val="0"/>
            </a:spcBef>
            <a:spcAft>
              <a:spcPct val="35000"/>
            </a:spcAft>
            <a:buNone/>
          </a:pPr>
          <a:r>
            <a:rPr lang="en-US" sz="1900" kern="1200"/>
            <a:t>Groupings of data known as clusters</a:t>
          </a:r>
        </a:p>
      </dsp:txBody>
      <dsp:txXfrm>
        <a:off x="817812" y="3543637"/>
        <a:ext cx="5874935" cy="70806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CF4C2DC-17CA-4BCF-98EE-2CE99546FB78}">
      <dsp:nvSpPr>
        <dsp:cNvPr id="0" name=""/>
        <dsp:cNvSpPr/>
      </dsp:nvSpPr>
      <dsp:spPr>
        <a:xfrm>
          <a:off x="7370488" y="1381739"/>
          <a:ext cx="1266303" cy="602645"/>
        </a:xfrm>
        <a:custGeom>
          <a:avLst/>
          <a:gdLst/>
          <a:ahLst/>
          <a:cxnLst/>
          <a:rect l="0" t="0" r="0" b="0"/>
          <a:pathLst>
            <a:path>
              <a:moveTo>
                <a:pt x="0" y="0"/>
              </a:moveTo>
              <a:lnTo>
                <a:pt x="0" y="410685"/>
              </a:lnTo>
              <a:lnTo>
                <a:pt x="1266303" y="410685"/>
              </a:lnTo>
              <a:lnTo>
                <a:pt x="1266303" y="602645"/>
              </a:lnTo>
            </a:path>
          </a:pathLst>
        </a:custGeom>
        <a:noFill/>
        <a:ln w="9525" cap="rnd" cmpd="sng" algn="ctr">
          <a:solidFill>
            <a:schemeClr val="accent3">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30D7DAD7-1490-4202-814E-FADDBC2F6134}">
      <dsp:nvSpPr>
        <dsp:cNvPr id="0" name=""/>
        <dsp:cNvSpPr/>
      </dsp:nvSpPr>
      <dsp:spPr>
        <a:xfrm>
          <a:off x="6104184" y="1381739"/>
          <a:ext cx="1266303" cy="602645"/>
        </a:xfrm>
        <a:custGeom>
          <a:avLst/>
          <a:gdLst/>
          <a:ahLst/>
          <a:cxnLst/>
          <a:rect l="0" t="0" r="0" b="0"/>
          <a:pathLst>
            <a:path>
              <a:moveTo>
                <a:pt x="1266303" y="0"/>
              </a:moveTo>
              <a:lnTo>
                <a:pt x="1266303" y="410685"/>
              </a:lnTo>
              <a:lnTo>
                <a:pt x="0" y="410685"/>
              </a:lnTo>
              <a:lnTo>
                <a:pt x="0" y="602645"/>
              </a:lnTo>
            </a:path>
          </a:pathLst>
        </a:custGeom>
        <a:noFill/>
        <a:ln w="9525" cap="rnd" cmpd="sng" algn="ctr">
          <a:solidFill>
            <a:schemeClr val="accent3">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9E89DFB4-9D66-425E-9DE1-E959CAE1398C}">
      <dsp:nvSpPr>
        <dsp:cNvPr id="0" name=""/>
        <dsp:cNvSpPr/>
      </dsp:nvSpPr>
      <dsp:spPr>
        <a:xfrm>
          <a:off x="2305273" y="1381739"/>
          <a:ext cx="1266303" cy="602645"/>
        </a:xfrm>
        <a:custGeom>
          <a:avLst/>
          <a:gdLst/>
          <a:ahLst/>
          <a:cxnLst/>
          <a:rect l="0" t="0" r="0" b="0"/>
          <a:pathLst>
            <a:path>
              <a:moveTo>
                <a:pt x="0" y="0"/>
              </a:moveTo>
              <a:lnTo>
                <a:pt x="0" y="410685"/>
              </a:lnTo>
              <a:lnTo>
                <a:pt x="1266303" y="410685"/>
              </a:lnTo>
              <a:lnTo>
                <a:pt x="1266303" y="602645"/>
              </a:lnTo>
            </a:path>
          </a:pathLst>
        </a:custGeom>
        <a:noFill/>
        <a:ln w="9525" cap="rnd" cmpd="sng" algn="ctr">
          <a:solidFill>
            <a:schemeClr val="accent3">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8ADF88FB-C6D5-40BA-A197-0F19940041D0}">
      <dsp:nvSpPr>
        <dsp:cNvPr id="0" name=""/>
        <dsp:cNvSpPr/>
      </dsp:nvSpPr>
      <dsp:spPr>
        <a:xfrm>
          <a:off x="1038969" y="1381739"/>
          <a:ext cx="1266303" cy="602645"/>
        </a:xfrm>
        <a:custGeom>
          <a:avLst/>
          <a:gdLst/>
          <a:ahLst/>
          <a:cxnLst/>
          <a:rect l="0" t="0" r="0" b="0"/>
          <a:pathLst>
            <a:path>
              <a:moveTo>
                <a:pt x="1266303" y="0"/>
              </a:moveTo>
              <a:lnTo>
                <a:pt x="1266303" y="410685"/>
              </a:lnTo>
              <a:lnTo>
                <a:pt x="0" y="410685"/>
              </a:lnTo>
              <a:lnTo>
                <a:pt x="0" y="602645"/>
              </a:lnTo>
            </a:path>
          </a:pathLst>
        </a:custGeom>
        <a:noFill/>
        <a:ln w="9525" cap="rnd" cmpd="sng" algn="ctr">
          <a:solidFill>
            <a:schemeClr val="accent3">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692E2320-F6ED-4EA5-B0CB-8D558BC80831}">
      <dsp:nvSpPr>
        <dsp:cNvPr id="0" name=""/>
        <dsp:cNvSpPr/>
      </dsp:nvSpPr>
      <dsp:spPr>
        <a:xfrm>
          <a:off x="1269206" y="65934"/>
          <a:ext cx="2072133" cy="1315804"/>
        </a:xfrm>
        <a:prstGeom prst="roundRect">
          <a:avLst>
            <a:gd name="adj" fmla="val 10000"/>
          </a:avLst>
        </a:prstGeom>
        <a:gradFill rotWithShape="0">
          <a:gsLst>
            <a:gs pos="0">
              <a:schemeClr val="accent1">
                <a:hueOff val="0"/>
                <a:satOff val="0"/>
                <a:lumOff val="0"/>
                <a:alphaOff val="0"/>
                <a:tint val="98000"/>
                <a:lumMod val="100000"/>
              </a:schemeClr>
            </a:gs>
            <a:gs pos="100000">
              <a:schemeClr val="accent1">
                <a:hueOff val="0"/>
                <a:satOff val="0"/>
                <a:lumOff val="0"/>
                <a:alphaOff val="0"/>
                <a:shade val="88000"/>
                <a:lumMod val="88000"/>
              </a:schemeClr>
            </a:gs>
          </a:gsLst>
          <a:lin ang="5400000" scaled="1"/>
        </a:gradFill>
        <a:ln>
          <a:noFill/>
        </a:ln>
        <a:effectLst>
          <a:outerShdw blurRad="50800" dist="381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CAF6A96D-A702-4B1F-A36B-5DEA4E5E2466}">
      <dsp:nvSpPr>
        <dsp:cNvPr id="0" name=""/>
        <dsp:cNvSpPr/>
      </dsp:nvSpPr>
      <dsp:spPr>
        <a:xfrm>
          <a:off x="1499443" y="284659"/>
          <a:ext cx="2072133" cy="1315804"/>
        </a:xfrm>
        <a:prstGeom prst="roundRect">
          <a:avLst>
            <a:gd name="adj" fmla="val 10000"/>
          </a:avLst>
        </a:prstGeom>
        <a:solidFill>
          <a:schemeClr val="lt1">
            <a:alpha val="90000"/>
            <a:hueOff val="0"/>
            <a:satOff val="0"/>
            <a:lumOff val="0"/>
            <a:alphaOff val="0"/>
          </a:schemeClr>
        </a:solidFill>
        <a:ln w="9525" cap="rnd"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1" kern="1200" dirty="0"/>
            <a:t>Methods based on the ability to learn from incremental data samples:</a:t>
          </a:r>
        </a:p>
      </dsp:txBody>
      <dsp:txXfrm>
        <a:off x="1537982" y="323198"/>
        <a:ext cx="1995055" cy="1238726"/>
      </dsp:txXfrm>
    </dsp:sp>
    <dsp:sp modelId="{B85E41C4-B1C5-4991-91B9-DE5BD68F8C11}">
      <dsp:nvSpPr>
        <dsp:cNvPr id="0" name=""/>
        <dsp:cNvSpPr/>
      </dsp:nvSpPr>
      <dsp:spPr>
        <a:xfrm>
          <a:off x="2902" y="1984385"/>
          <a:ext cx="2072133" cy="1315804"/>
        </a:xfrm>
        <a:prstGeom prst="roundRect">
          <a:avLst>
            <a:gd name="adj" fmla="val 10000"/>
          </a:avLst>
        </a:prstGeom>
        <a:gradFill rotWithShape="0">
          <a:gsLst>
            <a:gs pos="0">
              <a:schemeClr val="accent3">
                <a:hueOff val="0"/>
                <a:satOff val="0"/>
                <a:lumOff val="0"/>
                <a:alphaOff val="0"/>
                <a:tint val="98000"/>
                <a:lumMod val="100000"/>
              </a:schemeClr>
            </a:gs>
            <a:gs pos="100000">
              <a:schemeClr val="accent3">
                <a:hueOff val="0"/>
                <a:satOff val="0"/>
                <a:lumOff val="0"/>
                <a:alphaOff val="0"/>
                <a:shade val="88000"/>
                <a:lumMod val="88000"/>
              </a:schemeClr>
            </a:gs>
          </a:gsLst>
          <a:lin ang="5400000" scaled="1"/>
        </a:gradFill>
        <a:ln>
          <a:noFill/>
        </a:ln>
        <a:effectLst>
          <a:outerShdw blurRad="50800" dist="381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A62BC608-765F-4F09-801F-B7BBF0865283}">
      <dsp:nvSpPr>
        <dsp:cNvPr id="0" name=""/>
        <dsp:cNvSpPr/>
      </dsp:nvSpPr>
      <dsp:spPr>
        <a:xfrm>
          <a:off x="233139" y="2203110"/>
          <a:ext cx="2072133" cy="1315804"/>
        </a:xfrm>
        <a:prstGeom prst="roundRect">
          <a:avLst>
            <a:gd name="adj" fmla="val 10000"/>
          </a:avLst>
        </a:prstGeom>
        <a:solidFill>
          <a:schemeClr val="lt1">
            <a:alpha val="90000"/>
            <a:hueOff val="0"/>
            <a:satOff val="0"/>
            <a:lumOff val="0"/>
            <a:alphaOff val="0"/>
          </a:schemeClr>
        </a:solidFill>
        <a:ln w="9525" cap="rnd" cmpd="sng" algn="ctr">
          <a:solidFill>
            <a:schemeClr val="accent3">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Batch Learning</a:t>
          </a:r>
        </a:p>
      </dsp:txBody>
      <dsp:txXfrm>
        <a:off x="271678" y="2241649"/>
        <a:ext cx="1995055" cy="1238726"/>
      </dsp:txXfrm>
    </dsp:sp>
    <dsp:sp modelId="{656C60C7-D406-46E3-88A8-F33D8F748B14}">
      <dsp:nvSpPr>
        <dsp:cNvPr id="0" name=""/>
        <dsp:cNvSpPr/>
      </dsp:nvSpPr>
      <dsp:spPr>
        <a:xfrm>
          <a:off x="2535510" y="1984385"/>
          <a:ext cx="2072133" cy="1315804"/>
        </a:xfrm>
        <a:prstGeom prst="roundRect">
          <a:avLst>
            <a:gd name="adj" fmla="val 10000"/>
          </a:avLst>
        </a:prstGeom>
        <a:gradFill rotWithShape="0">
          <a:gsLst>
            <a:gs pos="0">
              <a:schemeClr val="accent3">
                <a:hueOff val="0"/>
                <a:satOff val="0"/>
                <a:lumOff val="0"/>
                <a:alphaOff val="0"/>
                <a:tint val="98000"/>
                <a:lumMod val="100000"/>
              </a:schemeClr>
            </a:gs>
            <a:gs pos="100000">
              <a:schemeClr val="accent3">
                <a:hueOff val="0"/>
                <a:satOff val="0"/>
                <a:lumOff val="0"/>
                <a:alphaOff val="0"/>
                <a:shade val="88000"/>
                <a:lumMod val="88000"/>
              </a:schemeClr>
            </a:gs>
          </a:gsLst>
          <a:lin ang="5400000" scaled="1"/>
        </a:gradFill>
        <a:ln>
          <a:noFill/>
        </a:ln>
        <a:effectLst>
          <a:outerShdw blurRad="50800" dist="381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638C3D93-BC24-4A5B-94EE-BA22CDBB8AA5}">
      <dsp:nvSpPr>
        <dsp:cNvPr id="0" name=""/>
        <dsp:cNvSpPr/>
      </dsp:nvSpPr>
      <dsp:spPr>
        <a:xfrm>
          <a:off x="2765747" y="2203110"/>
          <a:ext cx="2072133" cy="1315804"/>
        </a:xfrm>
        <a:prstGeom prst="roundRect">
          <a:avLst>
            <a:gd name="adj" fmla="val 10000"/>
          </a:avLst>
        </a:prstGeom>
        <a:solidFill>
          <a:schemeClr val="lt1">
            <a:alpha val="90000"/>
            <a:hueOff val="0"/>
            <a:satOff val="0"/>
            <a:lumOff val="0"/>
            <a:alphaOff val="0"/>
          </a:schemeClr>
        </a:solidFill>
        <a:ln w="9525" cap="rnd" cmpd="sng" algn="ctr">
          <a:solidFill>
            <a:schemeClr val="accent3">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Online Learning</a:t>
          </a:r>
        </a:p>
      </dsp:txBody>
      <dsp:txXfrm>
        <a:off x="2804286" y="2241649"/>
        <a:ext cx="1995055" cy="1238726"/>
      </dsp:txXfrm>
    </dsp:sp>
    <dsp:sp modelId="{EE366555-6324-4F3F-8D50-91B4FFE5F7B8}">
      <dsp:nvSpPr>
        <dsp:cNvPr id="0" name=""/>
        <dsp:cNvSpPr/>
      </dsp:nvSpPr>
      <dsp:spPr>
        <a:xfrm>
          <a:off x="6334422" y="65934"/>
          <a:ext cx="2072133" cy="1315804"/>
        </a:xfrm>
        <a:prstGeom prst="roundRect">
          <a:avLst>
            <a:gd name="adj" fmla="val 10000"/>
          </a:avLst>
        </a:prstGeom>
        <a:gradFill rotWithShape="0">
          <a:gsLst>
            <a:gs pos="0">
              <a:schemeClr val="accent1">
                <a:hueOff val="0"/>
                <a:satOff val="0"/>
                <a:lumOff val="0"/>
                <a:alphaOff val="0"/>
                <a:tint val="98000"/>
                <a:lumMod val="100000"/>
              </a:schemeClr>
            </a:gs>
            <a:gs pos="100000">
              <a:schemeClr val="accent1">
                <a:hueOff val="0"/>
                <a:satOff val="0"/>
                <a:lumOff val="0"/>
                <a:alphaOff val="0"/>
                <a:shade val="88000"/>
                <a:lumMod val="88000"/>
              </a:schemeClr>
            </a:gs>
          </a:gsLst>
          <a:lin ang="5400000" scaled="1"/>
        </a:gradFill>
        <a:ln>
          <a:noFill/>
        </a:ln>
        <a:effectLst>
          <a:outerShdw blurRad="50800" dist="381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6C647DF9-C7BF-4814-A115-2183195212F3}">
      <dsp:nvSpPr>
        <dsp:cNvPr id="0" name=""/>
        <dsp:cNvSpPr/>
      </dsp:nvSpPr>
      <dsp:spPr>
        <a:xfrm>
          <a:off x="6564659" y="284659"/>
          <a:ext cx="2072133" cy="1315804"/>
        </a:xfrm>
        <a:prstGeom prst="roundRect">
          <a:avLst>
            <a:gd name="adj" fmla="val 10000"/>
          </a:avLst>
        </a:prstGeom>
        <a:solidFill>
          <a:schemeClr val="lt1">
            <a:alpha val="90000"/>
            <a:hueOff val="0"/>
            <a:satOff val="0"/>
            <a:lumOff val="0"/>
            <a:alphaOff val="0"/>
          </a:schemeClr>
        </a:solidFill>
        <a:ln w="9525" cap="rnd"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1" kern="1200" dirty="0"/>
            <a:t>Methods based on their approach to generalization from data samples:</a:t>
          </a:r>
        </a:p>
      </dsp:txBody>
      <dsp:txXfrm>
        <a:off x="6603198" y="323198"/>
        <a:ext cx="1995055" cy="1238726"/>
      </dsp:txXfrm>
    </dsp:sp>
    <dsp:sp modelId="{2B9267D0-1CBD-450D-B6DD-3783E3FD4EE3}">
      <dsp:nvSpPr>
        <dsp:cNvPr id="0" name=""/>
        <dsp:cNvSpPr/>
      </dsp:nvSpPr>
      <dsp:spPr>
        <a:xfrm>
          <a:off x="5068118" y="1984385"/>
          <a:ext cx="2072133" cy="1315804"/>
        </a:xfrm>
        <a:prstGeom prst="roundRect">
          <a:avLst>
            <a:gd name="adj" fmla="val 10000"/>
          </a:avLst>
        </a:prstGeom>
        <a:gradFill rotWithShape="0">
          <a:gsLst>
            <a:gs pos="0">
              <a:schemeClr val="accent3">
                <a:hueOff val="0"/>
                <a:satOff val="0"/>
                <a:lumOff val="0"/>
                <a:alphaOff val="0"/>
                <a:tint val="98000"/>
                <a:lumMod val="100000"/>
              </a:schemeClr>
            </a:gs>
            <a:gs pos="100000">
              <a:schemeClr val="accent3">
                <a:hueOff val="0"/>
                <a:satOff val="0"/>
                <a:lumOff val="0"/>
                <a:alphaOff val="0"/>
                <a:shade val="88000"/>
                <a:lumMod val="88000"/>
              </a:schemeClr>
            </a:gs>
          </a:gsLst>
          <a:lin ang="5400000" scaled="1"/>
        </a:gradFill>
        <a:ln>
          <a:noFill/>
        </a:ln>
        <a:effectLst>
          <a:outerShdw blurRad="50800" dist="381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57CF4BE5-5A11-48EC-AC51-269AB62A0646}">
      <dsp:nvSpPr>
        <dsp:cNvPr id="0" name=""/>
        <dsp:cNvSpPr/>
      </dsp:nvSpPr>
      <dsp:spPr>
        <a:xfrm>
          <a:off x="5298355" y="2203110"/>
          <a:ext cx="2072133" cy="1315804"/>
        </a:xfrm>
        <a:prstGeom prst="roundRect">
          <a:avLst>
            <a:gd name="adj" fmla="val 10000"/>
          </a:avLst>
        </a:prstGeom>
        <a:solidFill>
          <a:schemeClr val="lt1">
            <a:alpha val="90000"/>
            <a:hueOff val="0"/>
            <a:satOff val="0"/>
            <a:lumOff val="0"/>
            <a:alphaOff val="0"/>
          </a:schemeClr>
        </a:solidFill>
        <a:ln w="9525" cap="rnd" cmpd="sng" algn="ctr">
          <a:solidFill>
            <a:schemeClr val="accent3">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Instance based learning</a:t>
          </a:r>
        </a:p>
      </dsp:txBody>
      <dsp:txXfrm>
        <a:off x="5336894" y="2241649"/>
        <a:ext cx="1995055" cy="1238726"/>
      </dsp:txXfrm>
    </dsp:sp>
    <dsp:sp modelId="{C522B43E-F858-4FBF-B0B1-E5DCC3D6C08C}">
      <dsp:nvSpPr>
        <dsp:cNvPr id="0" name=""/>
        <dsp:cNvSpPr/>
      </dsp:nvSpPr>
      <dsp:spPr>
        <a:xfrm>
          <a:off x="7600725" y="1984385"/>
          <a:ext cx="2072133" cy="1315804"/>
        </a:xfrm>
        <a:prstGeom prst="roundRect">
          <a:avLst>
            <a:gd name="adj" fmla="val 10000"/>
          </a:avLst>
        </a:prstGeom>
        <a:gradFill rotWithShape="0">
          <a:gsLst>
            <a:gs pos="0">
              <a:schemeClr val="accent3">
                <a:hueOff val="0"/>
                <a:satOff val="0"/>
                <a:lumOff val="0"/>
                <a:alphaOff val="0"/>
                <a:tint val="98000"/>
                <a:lumMod val="100000"/>
              </a:schemeClr>
            </a:gs>
            <a:gs pos="100000">
              <a:schemeClr val="accent3">
                <a:hueOff val="0"/>
                <a:satOff val="0"/>
                <a:lumOff val="0"/>
                <a:alphaOff val="0"/>
                <a:shade val="88000"/>
                <a:lumMod val="88000"/>
              </a:schemeClr>
            </a:gs>
          </a:gsLst>
          <a:lin ang="5400000" scaled="1"/>
        </a:gradFill>
        <a:ln>
          <a:noFill/>
        </a:ln>
        <a:effectLst>
          <a:outerShdw blurRad="50800" dist="381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6939BFF3-402F-4C72-AD4F-2DA09E66C76C}">
      <dsp:nvSpPr>
        <dsp:cNvPr id="0" name=""/>
        <dsp:cNvSpPr/>
      </dsp:nvSpPr>
      <dsp:spPr>
        <a:xfrm>
          <a:off x="7830963" y="2203110"/>
          <a:ext cx="2072133" cy="1315804"/>
        </a:xfrm>
        <a:prstGeom prst="roundRect">
          <a:avLst>
            <a:gd name="adj" fmla="val 10000"/>
          </a:avLst>
        </a:prstGeom>
        <a:solidFill>
          <a:schemeClr val="lt1">
            <a:alpha val="90000"/>
            <a:hueOff val="0"/>
            <a:satOff val="0"/>
            <a:lumOff val="0"/>
            <a:alphaOff val="0"/>
          </a:schemeClr>
        </a:solidFill>
        <a:ln w="9525" cap="rnd" cmpd="sng" algn="ctr">
          <a:solidFill>
            <a:schemeClr val="accent3">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a:t>Model based learning</a:t>
          </a:r>
        </a:p>
      </dsp:txBody>
      <dsp:txXfrm>
        <a:off x="7869502" y="2241649"/>
        <a:ext cx="1995055" cy="123872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9A5DA00-A545-4096-9DC6-D787771F639F}">
      <dsp:nvSpPr>
        <dsp:cNvPr id="0" name=""/>
        <dsp:cNvSpPr/>
      </dsp:nvSpPr>
      <dsp:spPr>
        <a:xfrm>
          <a:off x="0" y="652861"/>
          <a:ext cx="6692748" cy="1391130"/>
        </a:xfrm>
        <a:prstGeom prst="roundRect">
          <a:avLst/>
        </a:prstGeom>
        <a:gradFill rotWithShape="0">
          <a:gsLst>
            <a:gs pos="0">
              <a:schemeClr val="accent5">
                <a:hueOff val="0"/>
                <a:satOff val="0"/>
                <a:lumOff val="0"/>
                <a:alphaOff val="0"/>
                <a:tint val="98000"/>
                <a:lumMod val="100000"/>
              </a:schemeClr>
            </a:gs>
            <a:gs pos="100000">
              <a:schemeClr val="accent5">
                <a:hueOff val="0"/>
                <a:satOff val="0"/>
                <a:lumOff val="0"/>
                <a:alphaOff val="0"/>
                <a:shade val="88000"/>
                <a:lumMod val="88000"/>
              </a:schemeClr>
            </a:gs>
          </a:gsLst>
          <a:lin ang="5400000" scaled="1"/>
        </a:gradFill>
        <a:ln>
          <a:noFill/>
        </a:ln>
        <a:effectLst>
          <a:outerShdw blurRad="50800" dist="381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20980" tIns="220980" rIns="220980" bIns="220980" numCol="1" spcCol="1270" anchor="ctr" anchorCtr="0">
          <a:noAutofit/>
        </a:bodyPr>
        <a:lstStyle/>
        <a:p>
          <a:pPr marL="0" lvl="0" indent="0" algn="l" defTabSz="2578100">
            <a:lnSpc>
              <a:spcPct val="90000"/>
            </a:lnSpc>
            <a:spcBef>
              <a:spcPct val="0"/>
            </a:spcBef>
            <a:spcAft>
              <a:spcPct val="35000"/>
            </a:spcAft>
            <a:buNone/>
          </a:pPr>
          <a:r>
            <a:rPr lang="en-US" sz="5800" kern="1200" dirty="0"/>
            <a:t>Binary Classification</a:t>
          </a:r>
        </a:p>
      </dsp:txBody>
      <dsp:txXfrm>
        <a:off x="67909" y="720770"/>
        <a:ext cx="6556930" cy="1255312"/>
      </dsp:txXfrm>
    </dsp:sp>
    <dsp:sp modelId="{006B660A-39BC-43D9-BE8D-AE05221795DC}">
      <dsp:nvSpPr>
        <dsp:cNvPr id="0" name=""/>
        <dsp:cNvSpPr/>
      </dsp:nvSpPr>
      <dsp:spPr>
        <a:xfrm>
          <a:off x="0" y="2211032"/>
          <a:ext cx="6692748" cy="1391130"/>
        </a:xfrm>
        <a:prstGeom prst="roundRect">
          <a:avLst/>
        </a:prstGeom>
        <a:gradFill rotWithShape="0">
          <a:gsLst>
            <a:gs pos="0">
              <a:schemeClr val="accent5">
                <a:hueOff val="-2004937"/>
                <a:satOff val="1102"/>
                <a:lumOff val="5294"/>
                <a:alphaOff val="0"/>
                <a:tint val="98000"/>
                <a:lumMod val="100000"/>
              </a:schemeClr>
            </a:gs>
            <a:gs pos="100000">
              <a:schemeClr val="accent5">
                <a:hueOff val="-2004937"/>
                <a:satOff val="1102"/>
                <a:lumOff val="5294"/>
                <a:alphaOff val="0"/>
                <a:shade val="88000"/>
                <a:lumMod val="88000"/>
              </a:schemeClr>
            </a:gs>
          </a:gsLst>
          <a:lin ang="5400000" scaled="1"/>
        </a:gradFill>
        <a:ln>
          <a:noFill/>
        </a:ln>
        <a:effectLst>
          <a:outerShdw blurRad="50800" dist="381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20980" tIns="220980" rIns="220980" bIns="220980" numCol="1" spcCol="1270" anchor="ctr" anchorCtr="0">
          <a:noAutofit/>
        </a:bodyPr>
        <a:lstStyle/>
        <a:p>
          <a:pPr marL="0" lvl="0" indent="0" algn="l" defTabSz="2578100">
            <a:lnSpc>
              <a:spcPct val="90000"/>
            </a:lnSpc>
            <a:spcBef>
              <a:spcPct val="0"/>
            </a:spcBef>
            <a:spcAft>
              <a:spcPct val="35000"/>
            </a:spcAft>
            <a:buNone/>
          </a:pPr>
          <a:r>
            <a:rPr lang="en-US" sz="5800" kern="1200"/>
            <a:t>Multi Classification</a:t>
          </a:r>
        </a:p>
      </dsp:txBody>
      <dsp:txXfrm>
        <a:off x="67909" y="2278941"/>
        <a:ext cx="6556930" cy="1255312"/>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91D0F29-F27D-4D6A-B874-80A15697B1CA}">
      <dsp:nvSpPr>
        <dsp:cNvPr id="0" name=""/>
        <dsp:cNvSpPr/>
      </dsp:nvSpPr>
      <dsp:spPr>
        <a:xfrm>
          <a:off x="2902" y="295883"/>
          <a:ext cx="2302370" cy="1381422"/>
        </a:xfrm>
        <a:prstGeom prst="rect">
          <a:avLst/>
        </a:prstGeom>
        <a:gradFill rotWithShape="0">
          <a:gsLst>
            <a:gs pos="0">
              <a:schemeClr val="accent5">
                <a:hueOff val="0"/>
                <a:satOff val="0"/>
                <a:lumOff val="0"/>
                <a:alphaOff val="0"/>
                <a:tint val="98000"/>
                <a:lumMod val="100000"/>
              </a:schemeClr>
            </a:gs>
            <a:gs pos="100000">
              <a:schemeClr val="accent5">
                <a:hueOff val="0"/>
                <a:satOff val="0"/>
                <a:lumOff val="0"/>
                <a:alphaOff val="0"/>
                <a:shade val="88000"/>
                <a:lumMod val="88000"/>
              </a:schemeClr>
            </a:gs>
          </a:gsLst>
          <a:lin ang="5400000" scaled="1"/>
        </a:gradFill>
        <a:ln>
          <a:noFill/>
        </a:ln>
        <a:effectLst>
          <a:outerShdw blurRad="50800" dist="381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ctr" defTabSz="1511300">
            <a:lnSpc>
              <a:spcPct val="90000"/>
            </a:lnSpc>
            <a:spcBef>
              <a:spcPct val="0"/>
            </a:spcBef>
            <a:spcAft>
              <a:spcPct val="35000"/>
            </a:spcAft>
            <a:buNone/>
          </a:pPr>
          <a:r>
            <a:rPr lang="en-US" sz="3400" b="1" kern="1200" dirty="0"/>
            <a:t>Euclidean Distance</a:t>
          </a:r>
          <a:endParaRPr lang="en-US" sz="3400" kern="1200" dirty="0"/>
        </a:p>
      </dsp:txBody>
      <dsp:txXfrm>
        <a:off x="2902" y="295883"/>
        <a:ext cx="2302370" cy="1381422"/>
      </dsp:txXfrm>
    </dsp:sp>
    <dsp:sp modelId="{0A290922-F7E1-47EB-9A3A-60C84ECE6980}">
      <dsp:nvSpPr>
        <dsp:cNvPr id="0" name=""/>
        <dsp:cNvSpPr/>
      </dsp:nvSpPr>
      <dsp:spPr>
        <a:xfrm>
          <a:off x="2535510" y="295883"/>
          <a:ext cx="2302370" cy="1381422"/>
        </a:xfrm>
        <a:prstGeom prst="rect">
          <a:avLst/>
        </a:prstGeom>
        <a:gradFill rotWithShape="0">
          <a:gsLst>
            <a:gs pos="0">
              <a:schemeClr val="accent5">
                <a:hueOff val="-286420"/>
                <a:satOff val="157"/>
                <a:lumOff val="756"/>
                <a:alphaOff val="0"/>
                <a:tint val="98000"/>
                <a:lumMod val="100000"/>
              </a:schemeClr>
            </a:gs>
            <a:gs pos="100000">
              <a:schemeClr val="accent5">
                <a:hueOff val="-286420"/>
                <a:satOff val="157"/>
                <a:lumOff val="756"/>
                <a:alphaOff val="0"/>
                <a:shade val="88000"/>
                <a:lumMod val="88000"/>
              </a:schemeClr>
            </a:gs>
          </a:gsLst>
          <a:lin ang="5400000" scaled="1"/>
        </a:gradFill>
        <a:ln>
          <a:noFill/>
        </a:ln>
        <a:effectLst>
          <a:outerShdw blurRad="50800" dist="381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ctr" defTabSz="1511300">
            <a:lnSpc>
              <a:spcPct val="90000"/>
            </a:lnSpc>
            <a:spcBef>
              <a:spcPct val="0"/>
            </a:spcBef>
            <a:spcAft>
              <a:spcPct val="35000"/>
            </a:spcAft>
            <a:buNone/>
          </a:pPr>
          <a:r>
            <a:rPr lang="en-US" sz="3400" b="1" kern="1200"/>
            <a:t>Manhattan Distance</a:t>
          </a:r>
          <a:endParaRPr lang="en-US" sz="3400" kern="1200"/>
        </a:p>
      </dsp:txBody>
      <dsp:txXfrm>
        <a:off x="2535510" y="295883"/>
        <a:ext cx="2302370" cy="1381422"/>
      </dsp:txXfrm>
    </dsp:sp>
    <dsp:sp modelId="{AF49B6A0-C97E-48E2-B5C2-5CC25D4E8A4A}">
      <dsp:nvSpPr>
        <dsp:cNvPr id="0" name=""/>
        <dsp:cNvSpPr/>
      </dsp:nvSpPr>
      <dsp:spPr>
        <a:xfrm>
          <a:off x="5068118" y="295883"/>
          <a:ext cx="2302370" cy="1381422"/>
        </a:xfrm>
        <a:prstGeom prst="rect">
          <a:avLst/>
        </a:prstGeom>
        <a:gradFill rotWithShape="0">
          <a:gsLst>
            <a:gs pos="0">
              <a:schemeClr val="accent5">
                <a:hueOff val="-572839"/>
                <a:satOff val="315"/>
                <a:lumOff val="1513"/>
                <a:alphaOff val="0"/>
                <a:tint val="98000"/>
                <a:lumMod val="100000"/>
              </a:schemeClr>
            </a:gs>
            <a:gs pos="100000">
              <a:schemeClr val="accent5">
                <a:hueOff val="-572839"/>
                <a:satOff val="315"/>
                <a:lumOff val="1513"/>
                <a:alphaOff val="0"/>
                <a:shade val="88000"/>
                <a:lumMod val="88000"/>
              </a:schemeClr>
            </a:gs>
          </a:gsLst>
          <a:lin ang="5400000" scaled="1"/>
        </a:gradFill>
        <a:ln>
          <a:noFill/>
        </a:ln>
        <a:effectLst>
          <a:outerShdw blurRad="50800" dist="381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ctr" defTabSz="1511300">
            <a:lnSpc>
              <a:spcPct val="90000"/>
            </a:lnSpc>
            <a:spcBef>
              <a:spcPct val="0"/>
            </a:spcBef>
            <a:spcAft>
              <a:spcPct val="35000"/>
            </a:spcAft>
            <a:buNone/>
          </a:pPr>
          <a:r>
            <a:rPr lang="en-US" sz="3400" b="1" kern="1200" dirty="0"/>
            <a:t>Chebyshev Distance</a:t>
          </a:r>
          <a:endParaRPr lang="en-US" sz="3400" kern="1200" dirty="0"/>
        </a:p>
      </dsp:txBody>
      <dsp:txXfrm>
        <a:off x="5068118" y="295883"/>
        <a:ext cx="2302370" cy="1381422"/>
      </dsp:txXfrm>
    </dsp:sp>
    <dsp:sp modelId="{2339E8FF-6372-433A-8145-A8A593192486}">
      <dsp:nvSpPr>
        <dsp:cNvPr id="0" name=""/>
        <dsp:cNvSpPr/>
      </dsp:nvSpPr>
      <dsp:spPr>
        <a:xfrm>
          <a:off x="7600725" y="295883"/>
          <a:ext cx="2302370" cy="1381422"/>
        </a:xfrm>
        <a:prstGeom prst="rect">
          <a:avLst/>
        </a:prstGeom>
        <a:gradFill rotWithShape="0">
          <a:gsLst>
            <a:gs pos="0">
              <a:schemeClr val="accent5">
                <a:hueOff val="-859259"/>
                <a:satOff val="472"/>
                <a:lumOff val="2269"/>
                <a:alphaOff val="0"/>
                <a:tint val="98000"/>
                <a:lumMod val="100000"/>
              </a:schemeClr>
            </a:gs>
            <a:gs pos="100000">
              <a:schemeClr val="accent5">
                <a:hueOff val="-859259"/>
                <a:satOff val="472"/>
                <a:lumOff val="2269"/>
                <a:alphaOff val="0"/>
                <a:shade val="88000"/>
                <a:lumMod val="88000"/>
              </a:schemeClr>
            </a:gs>
          </a:gsLst>
          <a:lin ang="5400000" scaled="1"/>
        </a:gradFill>
        <a:ln>
          <a:noFill/>
        </a:ln>
        <a:effectLst>
          <a:outerShdw blurRad="50800" dist="381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ctr" defTabSz="1511300">
            <a:lnSpc>
              <a:spcPct val="90000"/>
            </a:lnSpc>
            <a:spcBef>
              <a:spcPct val="0"/>
            </a:spcBef>
            <a:spcAft>
              <a:spcPct val="35000"/>
            </a:spcAft>
            <a:buNone/>
          </a:pPr>
          <a:r>
            <a:rPr lang="en-US" sz="3400" b="1" kern="1200"/>
            <a:t>Minkowski Distance</a:t>
          </a:r>
          <a:endParaRPr lang="en-US" sz="3400" kern="1200"/>
        </a:p>
      </dsp:txBody>
      <dsp:txXfrm>
        <a:off x="7600725" y="295883"/>
        <a:ext cx="2302370" cy="1381422"/>
      </dsp:txXfrm>
    </dsp:sp>
    <dsp:sp modelId="{115AE58E-D673-4130-8843-2DF921C83486}">
      <dsp:nvSpPr>
        <dsp:cNvPr id="0" name=""/>
        <dsp:cNvSpPr/>
      </dsp:nvSpPr>
      <dsp:spPr>
        <a:xfrm>
          <a:off x="2902" y="1907543"/>
          <a:ext cx="2302370" cy="1381422"/>
        </a:xfrm>
        <a:prstGeom prst="rect">
          <a:avLst/>
        </a:prstGeom>
        <a:gradFill rotWithShape="0">
          <a:gsLst>
            <a:gs pos="0">
              <a:schemeClr val="accent5">
                <a:hueOff val="-1145678"/>
                <a:satOff val="630"/>
                <a:lumOff val="3025"/>
                <a:alphaOff val="0"/>
                <a:tint val="98000"/>
                <a:lumMod val="100000"/>
              </a:schemeClr>
            </a:gs>
            <a:gs pos="100000">
              <a:schemeClr val="accent5">
                <a:hueOff val="-1145678"/>
                <a:satOff val="630"/>
                <a:lumOff val="3025"/>
                <a:alphaOff val="0"/>
                <a:shade val="88000"/>
                <a:lumMod val="88000"/>
              </a:schemeClr>
            </a:gs>
          </a:gsLst>
          <a:lin ang="5400000" scaled="1"/>
        </a:gradFill>
        <a:ln>
          <a:noFill/>
        </a:ln>
        <a:effectLst>
          <a:outerShdw blurRad="50800" dist="381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ctr" defTabSz="1511300">
            <a:lnSpc>
              <a:spcPct val="90000"/>
            </a:lnSpc>
            <a:spcBef>
              <a:spcPct val="0"/>
            </a:spcBef>
            <a:spcAft>
              <a:spcPct val="35000"/>
            </a:spcAft>
            <a:buNone/>
          </a:pPr>
          <a:r>
            <a:rPr lang="en-US" sz="3400" b="1" kern="1200"/>
            <a:t>Hamming Distance</a:t>
          </a:r>
          <a:endParaRPr lang="en-US" sz="3400" kern="1200"/>
        </a:p>
      </dsp:txBody>
      <dsp:txXfrm>
        <a:off x="2902" y="1907543"/>
        <a:ext cx="2302370" cy="1381422"/>
      </dsp:txXfrm>
    </dsp:sp>
    <dsp:sp modelId="{F1DEA38D-0AC7-47E8-9BA7-B3C896D96BEE}">
      <dsp:nvSpPr>
        <dsp:cNvPr id="0" name=""/>
        <dsp:cNvSpPr/>
      </dsp:nvSpPr>
      <dsp:spPr>
        <a:xfrm>
          <a:off x="2535510" y="1907543"/>
          <a:ext cx="2302370" cy="1381422"/>
        </a:xfrm>
        <a:prstGeom prst="rect">
          <a:avLst/>
        </a:prstGeom>
        <a:gradFill rotWithShape="0">
          <a:gsLst>
            <a:gs pos="0">
              <a:schemeClr val="accent5">
                <a:hueOff val="-1432098"/>
                <a:satOff val="787"/>
                <a:lumOff val="3781"/>
                <a:alphaOff val="0"/>
                <a:tint val="98000"/>
                <a:lumMod val="100000"/>
              </a:schemeClr>
            </a:gs>
            <a:gs pos="100000">
              <a:schemeClr val="accent5">
                <a:hueOff val="-1432098"/>
                <a:satOff val="787"/>
                <a:lumOff val="3781"/>
                <a:alphaOff val="0"/>
                <a:shade val="88000"/>
                <a:lumMod val="88000"/>
              </a:schemeClr>
            </a:gs>
          </a:gsLst>
          <a:lin ang="5400000" scaled="1"/>
        </a:gradFill>
        <a:ln>
          <a:noFill/>
        </a:ln>
        <a:effectLst>
          <a:outerShdw blurRad="50800" dist="381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ctr" defTabSz="1511300">
            <a:lnSpc>
              <a:spcPct val="90000"/>
            </a:lnSpc>
            <a:spcBef>
              <a:spcPct val="0"/>
            </a:spcBef>
            <a:spcAft>
              <a:spcPct val="35000"/>
            </a:spcAft>
            <a:buNone/>
          </a:pPr>
          <a:r>
            <a:rPr lang="en-US" sz="3400" b="1" kern="1200"/>
            <a:t>L1 Norm</a:t>
          </a:r>
          <a:endParaRPr lang="en-US" sz="3400" kern="1200"/>
        </a:p>
      </dsp:txBody>
      <dsp:txXfrm>
        <a:off x="2535510" y="1907543"/>
        <a:ext cx="2302370" cy="1381422"/>
      </dsp:txXfrm>
    </dsp:sp>
    <dsp:sp modelId="{CEF3F3A2-935D-44DB-81F8-54727075589D}">
      <dsp:nvSpPr>
        <dsp:cNvPr id="0" name=""/>
        <dsp:cNvSpPr/>
      </dsp:nvSpPr>
      <dsp:spPr>
        <a:xfrm>
          <a:off x="5068118" y="1907543"/>
          <a:ext cx="2302370" cy="1381422"/>
        </a:xfrm>
        <a:prstGeom prst="rect">
          <a:avLst/>
        </a:prstGeom>
        <a:gradFill rotWithShape="0">
          <a:gsLst>
            <a:gs pos="0">
              <a:schemeClr val="accent5">
                <a:hueOff val="-1718518"/>
                <a:satOff val="945"/>
                <a:lumOff val="4538"/>
                <a:alphaOff val="0"/>
                <a:tint val="98000"/>
                <a:lumMod val="100000"/>
              </a:schemeClr>
            </a:gs>
            <a:gs pos="100000">
              <a:schemeClr val="accent5">
                <a:hueOff val="-1718518"/>
                <a:satOff val="945"/>
                <a:lumOff val="4538"/>
                <a:alphaOff val="0"/>
                <a:shade val="88000"/>
                <a:lumMod val="88000"/>
              </a:schemeClr>
            </a:gs>
          </a:gsLst>
          <a:lin ang="5400000" scaled="1"/>
        </a:gradFill>
        <a:ln>
          <a:noFill/>
        </a:ln>
        <a:effectLst>
          <a:outerShdw blurRad="50800" dist="381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ctr" defTabSz="1511300">
            <a:lnSpc>
              <a:spcPct val="90000"/>
            </a:lnSpc>
            <a:spcBef>
              <a:spcPct val="0"/>
            </a:spcBef>
            <a:spcAft>
              <a:spcPct val="35000"/>
            </a:spcAft>
            <a:buNone/>
          </a:pPr>
          <a:r>
            <a:rPr lang="en-US" sz="3400" b="1" kern="1200"/>
            <a:t>L2 Norm</a:t>
          </a:r>
          <a:endParaRPr lang="en-US" sz="3400" kern="1200"/>
        </a:p>
      </dsp:txBody>
      <dsp:txXfrm>
        <a:off x="5068118" y="1907543"/>
        <a:ext cx="2302370" cy="1381422"/>
      </dsp:txXfrm>
    </dsp:sp>
    <dsp:sp modelId="{89541910-C845-4347-B5DC-5174FE980F18}">
      <dsp:nvSpPr>
        <dsp:cNvPr id="0" name=""/>
        <dsp:cNvSpPr/>
      </dsp:nvSpPr>
      <dsp:spPr>
        <a:xfrm>
          <a:off x="7600725" y="1907543"/>
          <a:ext cx="2302370" cy="1381422"/>
        </a:xfrm>
        <a:prstGeom prst="rect">
          <a:avLst/>
        </a:prstGeom>
        <a:gradFill rotWithShape="0">
          <a:gsLst>
            <a:gs pos="0">
              <a:schemeClr val="accent5">
                <a:hueOff val="-2004937"/>
                <a:satOff val="1102"/>
                <a:lumOff val="5294"/>
                <a:alphaOff val="0"/>
                <a:tint val="98000"/>
                <a:lumMod val="100000"/>
              </a:schemeClr>
            </a:gs>
            <a:gs pos="100000">
              <a:schemeClr val="accent5">
                <a:hueOff val="-2004937"/>
                <a:satOff val="1102"/>
                <a:lumOff val="5294"/>
                <a:alphaOff val="0"/>
                <a:shade val="88000"/>
                <a:lumMod val="88000"/>
              </a:schemeClr>
            </a:gs>
          </a:gsLst>
          <a:lin ang="5400000" scaled="1"/>
        </a:gradFill>
        <a:ln>
          <a:noFill/>
        </a:ln>
        <a:effectLst>
          <a:outerShdw blurRad="50800" dist="381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ctr" defTabSz="1511300">
            <a:lnSpc>
              <a:spcPct val="90000"/>
            </a:lnSpc>
            <a:spcBef>
              <a:spcPct val="0"/>
            </a:spcBef>
            <a:spcAft>
              <a:spcPct val="35000"/>
            </a:spcAft>
            <a:buNone/>
          </a:pPr>
          <a:r>
            <a:rPr lang="en-US" sz="3400" b="1" kern="1200"/>
            <a:t>Jaccard Similarity</a:t>
          </a:r>
          <a:endParaRPr lang="en-US" sz="3400" kern="1200"/>
        </a:p>
      </dsp:txBody>
      <dsp:txXfrm>
        <a:off x="7600725" y="1907543"/>
        <a:ext cx="2302370" cy="1381422"/>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F26E912-F2A1-40CA-BB71-1BDBBBE2E919}">
      <dsp:nvSpPr>
        <dsp:cNvPr id="0" name=""/>
        <dsp:cNvSpPr/>
      </dsp:nvSpPr>
      <dsp:spPr>
        <a:xfrm>
          <a:off x="342011" y="750393"/>
          <a:ext cx="1059398" cy="1059398"/>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755AF67-B20E-48D5-A35E-E7FB179EC712}">
      <dsp:nvSpPr>
        <dsp:cNvPr id="0" name=""/>
        <dsp:cNvSpPr/>
      </dsp:nvSpPr>
      <dsp:spPr>
        <a:xfrm>
          <a:off x="567784" y="976167"/>
          <a:ext cx="607851" cy="60785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F0F8D688-1CAF-409F-A564-248365731FE8}">
      <dsp:nvSpPr>
        <dsp:cNvPr id="0" name=""/>
        <dsp:cNvSpPr/>
      </dsp:nvSpPr>
      <dsp:spPr>
        <a:xfrm>
          <a:off x="3351" y="2139768"/>
          <a:ext cx="1736718" cy="6946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kern="1200"/>
            <a:t>Decision tree may be n-ary, n ≥ 2.</a:t>
          </a:r>
        </a:p>
      </dsp:txBody>
      <dsp:txXfrm>
        <a:off x="3351" y="2139768"/>
        <a:ext cx="1736718" cy="694687"/>
      </dsp:txXfrm>
    </dsp:sp>
    <dsp:sp modelId="{C51FA5B3-491E-48B3-B85D-18DB366428C4}">
      <dsp:nvSpPr>
        <dsp:cNvPr id="0" name=""/>
        <dsp:cNvSpPr/>
      </dsp:nvSpPr>
      <dsp:spPr>
        <a:xfrm>
          <a:off x="2382655" y="750393"/>
          <a:ext cx="1059398" cy="1059398"/>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6C43721-223A-415B-A373-C088ACA934A1}">
      <dsp:nvSpPr>
        <dsp:cNvPr id="0" name=""/>
        <dsp:cNvSpPr/>
      </dsp:nvSpPr>
      <dsp:spPr>
        <a:xfrm>
          <a:off x="2608429" y="976167"/>
          <a:ext cx="607851" cy="60785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7A291EB3-9504-4719-9525-B8B62813133A}">
      <dsp:nvSpPr>
        <dsp:cNvPr id="0" name=""/>
        <dsp:cNvSpPr/>
      </dsp:nvSpPr>
      <dsp:spPr>
        <a:xfrm>
          <a:off x="2043995" y="2139768"/>
          <a:ext cx="1736718" cy="6946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kern="1200" dirty="0"/>
            <a:t>All nodes drawn with </a:t>
          </a:r>
          <a:r>
            <a:rPr lang="en-US" sz="1100" b="1" kern="1200" dirty="0"/>
            <a:t>circle (ellipse)</a:t>
          </a:r>
          <a:r>
            <a:rPr lang="en-US" sz="1100" kern="1200" dirty="0"/>
            <a:t> are called internal nodes.</a:t>
          </a:r>
        </a:p>
      </dsp:txBody>
      <dsp:txXfrm>
        <a:off x="2043995" y="2139768"/>
        <a:ext cx="1736718" cy="694687"/>
      </dsp:txXfrm>
    </dsp:sp>
    <dsp:sp modelId="{48A06491-7612-4926-865C-DE0194ACB012}">
      <dsp:nvSpPr>
        <dsp:cNvPr id="0" name=""/>
        <dsp:cNvSpPr/>
      </dsp:nvSpPr>
      <dsp:spPr>
        <a:xfrm>
          <a:off x="4423300" y="750393"/>
          <a:ext cx="1059398" cy="1059398"/>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EAE107E-530B-4C27-9F2F-34A371830DEA}">
      <dsp:nvSpPr>
        <dsp:cNvPr id="0" name=""/>
        <dsp:cNvSpPr/>
      </dsp:nvSpPr>
      <dsp:spPr>
        <a:xfrm>
          <a:off x="4649073" y="976167"/>
          <a:ext cx="607851" cy="60785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C2B72778-2B4A-4E68-92CC-0C4E2FE63401}">
      <dsp:nvSpPr>
        <dsp:cNvPr id="0" name=""/>
        <dsp:cNvSpPr/>
      </dsp:nvSpPr>
      <dsp:spPr>
        <a:xfrm>
          <a:off x="4084640" y="2139768"/>
          <a:ext cx="1736718" cy="6946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kern="1200" dirty="0"/>
            <a:t>All nodes drawn with </a:t>
          </a:r>
          <a:r>
            <a:rPr lang="en-US" sz="1100" b="1" kern="1200" dirty="0"/>
            <a:t>square boxes</a:t>
          </a:r>
          <a:r>
            <a:rPr lang="en-US" sz="1100" kern="1200" dirty="0"/>
            <a:t> are called terminal nodes or leaf nodes.</a:t>
          </a:r>
        </a:p>
      </dsp:txBody>
      <dsp:txXfrm>
        <a:off x="4084640" y="2139768"/>
        <a:ext cx="1736718" cy="694687"/>
      </dsp:txXfrm>
    </dsp:sp>
    <dsp:sp modelId="{DB6EFF0F-BD89-406F-889D-0AC08CFC97BC}">
      <dsp:nvSpPr>
        <dsp:cNvPr id="0" name=""/>
        <dsp:cNvSpPr/>
      </dsp:nvSpPr>
      <dsp:spPr>
        <a:xfrm>
          <a:off x="6463944" y="750393"/>
          <a:ext cx="1059398" cy="1059398"/>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EC9162F-9511-4C6A-BA94-0BD25D00E854}">
      <dsp:nvSpPr>
        <dsp:cNvPr id="0" name=""/>
        <dsp:cNvSpPr/>
      </dsp:nvSpPr>
      <dsp:spPr>
        <a:xfrm>
          <a:off x="6689718" y="976167"/>
          <a:ext cx="607851" cy="607851"/>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467B0DFB-B73C-4A91-94C0-0628EE66919C}">
      <dsp:nvSpPr>
        <dsp:cNvPr id="0" name=""/>
        <dsp:cNvSpPr/>
      </dsp:nvSpPr>
      <dsp:spPr>
        <a:xfrm>
          <a:off x="6125284" y="2139768"/>
          <a:ext cx="1736718" cy="6946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kern="1200"/>
            <a:t>Edges of a node represent </a:t>
          </a:r>
          <a:r>
            <a:rPr lang="en-US" sz="1100" b="1" kern="1200"/>
            <a:t>the outcome for a value of the node.</a:t>
          </a:r>
          <a:endParaRPr lang="en-US" sz="1100" kern="1200"/>
        </a:p>
      </dsp:txBody>
      <dsp:txXfrm>
        <a:off x="6125284" y="2139768"/>
        <a:ext cx="1736718" cy="694687"/>
      </dsp:txXfrm>
    </dsp:sp>
    <dsp:sp modelId="{C586CD63-3199-47AD-AADD-56808B4B571A}">
      <dsp:nvSpPr>
        <dsp:cNvPr id="0" name=""/>
        <dsp:cNvSpPr/>
      </dsp:nvSpPr>
      <dsp:spPr>
        <a:xfrm>
          <a:off x="8504589" y="750393"/>
          <a:ext cx="1059398" cy="1059398"/>
        </a:xfrm>
        <a:prstGeom prst="ellipse">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7722611-F32C-47AC-BF30-540662093D34}">
      <dsp:nvSpPr>
        <dsp:cNvPr id="0" name=""/>
        <dsp:cNvSpPr/>
      </dsp:nvSpPr>
      <dsp:spPr>
        <a:xfrm>
          <a:off x="8730362" y="976167"/>
          <a:ext cx="607851" cy="607851"/>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45011819-3ED0-4C01-B885-2157884C7061}">
      <dsp:nvSpPr>
        <dsp:cNvPr id="0" name=""/>
        <dsp:cNvSpPr/>
      </dsp:nvSpPr>
      <dsp:spPr>
        <a:xfrm>
          <a:off x="8165929" y="2139768"/>
          <a:ext cx="1736718" cy="6946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kern="1200" dirty="0"/>
            <a:t>In a path, a node with same label is </a:t>
          </a:r>
          <a:r>
            <a:rPr lang="en-US" sz="1100" b="1" u="sng" kern="1200" dirty="0"/>
            <a:t>never repeated</a:t>
          </a:r>
          <a:r>
            <a:rPr lang="en-US" sz="1100" kern="1200" dirty="0"/>
            <a:t>.</a:t>
          </a:r>
        </a:p>
      </dsp:txBody>
      <dsp:txXfrm>
        <a:off x="8165929" y="2139768"/>
        <a:ext cx="1736718" cy="694687"/>
      </dsp:txXfrm>
    </dsp:sp>
  </dsp:spTree>
</dsp:drawing>
</file>

<file path=ppt/diagrams/layout1.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B2D3363-4E45-409D-BEEA-2C3DF4D79BAB}" type="datetimeFigureOut">
              <a:rPr lang="en-US" smtClean="0"/>
              <a:t>11/12/2023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D3B155C-1DE0-4130-A8ED-6EDC7F24C7FD}" type="slidenum">
              <a:rPr lang="en-US" smtClean="0"/>
              <a:t>‹#›</a:t>
            </a:fld>
            <a:endParaRPr lang="en-US"/>
          </a:p>
        </p:txBody>
      </p:sp>
    </p:spTree>
    <p:extLst>
      <p:ext uri="{BB962C8B-B14F-4D97-AF65-F5344CB8AC3E}">
        <p14:creationId xmlns:p14="http://schemas.microsoft.com/office/powerpoint/2010/main" val="6102406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g121caab1d1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9" name="Google Shape;279;g121caab1d1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8932558" y="5870575"/>
            <a:ext cx="1600200" cy="377825"/>
          </a:xfrm>
        </p:spPr>
        <p:txBody>
          <a:bodyPr/>
          <a:lstStyle/>
          <a:p>
            <a:fld id="{6E9EA113-81DC-4B47-BA20-D9A13B48F51E}" type="datetimeFigureOut">
              <a:rPr lang="en-US" smtClean="0"/>
              <a:t>11/12/2023</a:t>
            </a:fld>
            <a:endParaRPr lang="en-US"/>
          </a:p>
        </p:txBody>
      </p:sp>
      <p:sp>
        <p:nvSpPr>
          <p:cNvPr id="5" name="Footer Placeholder 4"/>
          <p:cNvSpPr>
            <a:spLocks noGrp="1"/>
          </p:cNvSpPr>
          <p:nvPr>
            <p:ph type="ftr" sz="quarter" idx="11"/>
          </p:nvPr>
        </p:nvSpPr>
        <p:spPr>
          <a:xfrm>
            <a:off x="3962399" y="5870575"/>
            <a:ext cx="4893958" cy="377825"/>
          </a:xfrm>
        </p:spPr>
        <p:txBody>
          <a:bodyPr/>
          <a:lstStyle/>
          <a:p>
            <a:endParaRPr lang="en-US"/>
          </a:p>
        </p:txBody>
      </p:sp>
      <p:sp>
        <p:nvSpPr>
          <p:cNvPr id="6" name="Slide Number Placeholder 5"/>
          <p:cNvSpPr>
            <a:spLocks noGrp="1"/>
          </p:cNvSpPr>
          <p:nvPr>
            <p:ph type="sldNum" sz="quarter" idx="12"/>
          </p:nvPr>
        </p:nvSpPr>
        <p:spPr>
          <a:xfrm>
            <a:off x="10608958" y="5870575"/>
            <a:ext cx="551167" cy="377825"/>
          </a:xfrm>
        </p:spPr>
        <p:txBody>
          <a:bodyPr/>
          <a:lstStyle/>
          <a:p>
            <a:fld id="{B1480F48-904C-4F49-AFF4-44668AC47A13}" type="slidenum">
              <a:rPr lang="en-US" smtClean="0"/>
              <a:t>‹#›</a:t>
            </a:fld>
            <a:endParaRPr lang="en-US"/>
          </a:p>
        </p:txBody>
      </p:sp>
    </p:spTree>
    <p:extLst>
      <p:ext uri="{BB962C8B-B14F-4D97-AF65-F5344CB8AC3E}">
        <p14:creationId xmlns:p14="http://schemas.microsoft.com/office/powerpoint/2010/main" val="1960240924"/>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E9EA113-81DC-4B47-BA20-D9A13B48F51E}" type="datetimeFigureOut">
              <a:rPr lang="en-US" smtClean="0"/>
              <a:t>11/12/2023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480F48-904C-4F49-AFF4-44668AC47A13}" type="slidenum">
              <a:rPr lang="en-US" smtClean="0"/>
              <a:t>‹#›</a:t>
            </a:fld>
            <a:endParaRPr lang="en-US"/>
          </a:p>
        </p:txBody>
      </p:sp>
    </p:spTree>
    <p:extLst>
      <p:ext uri="{BB962C8B-B14F-4D97-AF65-F5344CB8AC3E}">
        <p14:creationId xmlns:p14="http://schemas.microsoft.com/office/powerpoint/2010/main" val="18403849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E9EA113-81DC-4B47-BA20-D9A13B48F51E}" type="datetimeFigureOut">
              <a:rPr lang="en-US" smtClean="0"/>
              <a:t>11/12/2023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480F48-904C-4F49-AFF4-44668AC47A13}" type="slidenum">
              <a:rPr lang="en-US" smtClean="0"/>
              <a:t>‹#›</a:t>
            </a:fld>
            <a:endParaRPr lang="en-US"/>
          </a:p>
        </p:txBody>
      </p:sp>
    </p:spTree>
    <p:extLst>
      <p:ext uri="{BB962C8B-B14F-4D97-AF65-F5344CB8AC3E}">
        <p14:creationId xmlns:p14="http://schemas.microsoft.com/office/powerpoint/2010/main" val="33089706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2" y="2142067"/>
            <a:ext cx="4995334" cy="364913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E9EA113-81DC-4B47-BA20-D9A13B48F51E}" type="datetimeFigureOut">
              <a:rPr lang="en-US" smtClean="0"/>
              <a:t>11/12/2023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1480F48-904C-4F49-AFF4-44668AC47A13}" type="slidenum">
              <a:rPr lang="en-US" smtClean="0"/>
              <a:t>‹#›</a:t>
            </a:fld>
            <a:endParaRPr lang="en-US"/>
          </a:p>
        </p:txBody>
      </p:sp>
    </p:spTree>
    <p:extLst>
      <p:ext uri="{BB962C8B-B14F-4D97-AF65-F5344CB8AC3E}">
        <p14:creationId xmlns:p14="http://schemas.microsoft.com/office/powerpoint/2010/main" val="7296835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E9EA113-81DC-4B47-BA20-D9A13B48F51E}" type="datetimeFigureOut">
              <a:rPr lang="en-US" smtClean="0"/>
              <a:t>11/12/2023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1480F48-904C-4F49-AFF4-44668AC47A13}" type="slidenum">
              <a:rPr lang="en-US" smtClean="0"/>
              <a:t>‹#›</a:t>
            </a:fld>
            <a:endParaRPr lang="en-US"/>
          </a:p>
        </p:txBody>
      </p:sp>
    </p:spTree>
    <p:extLst>
      <p:ext uri="{BB962C8B-B14F-4D97-AF65-F5344CB8AC3E}">
        <p14:creationId xmlns:p14="http://schemas.microsoft.com/office/powerpoint/2010/main" val="18175354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E9EA113-81DC-4B47-BA20-D9A13B48F51E}" type="datetimeFigureOut">
              <a:rPr lang="en-US" smtClean="0"/>
              <a:t>11/12/2023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1480F48-904C-4F49-AFF4-44668AC47A13}" type="slidenum">
              <a:rPr lang="en-US" smtClean="0"/>
              <a:t>‹#›</a:t>
            </a:fld>
            <a:endParaRPr lang="en-US"/>
          </a:p>
        </p:txBody>
      </p:sp>
    </p:spTree>
    <p:extLst>
      <p:ext uri="{BB962C8B-B14F-4D97-AF65-F5344CB8AC3E}">
        <p14:creationId xmlns:p14="http://schemas.microsoft.com/office/powerpoint/2010/main" val="35051073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6E9EA113-81DC-4B47-BA20-D9A13B48F51E}" type="datetimeFigureOut">
              <a:rPr lang="en-US" smtClean="0"/>
              <a:t>11/12/2023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1480F48-904C-4F49-AFF4-44668AC47A13}" type="slidenum">
              <a:rPr lang="en-US" smtClean="0"/>
              <a:t>‹#›</a:t>
            </a:fld>
            <a:endParaRPr lang="en-US"/>
          </a:p>
        </p:txBody>
      </p:sp>
    </p:spTree>
    <p:extLst>
      <p:ext uri="{BB962C8B-B14F-4D97-AF65-F5344CB8AC3E}">
        <p14:creationId xmlns:p14="http://schemas.microsoft.com/office/powerpoint/2010/main" val="42829626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E9EA113-81DC-4B47-BA20-D9A13B48F51E}" type="datetimeFigureOut">
              <a:rPr lang="en-US" smtClean="0"/>
              <a:t>11/12/2023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1480F48-904C-4F49-AFF4-44668AC47A13}" type="slidenum">
              <a:rPr lang="en-US" smtClean="0"/>
              <a:t>‹#›</a:t>
            </a:fld>
            <a:endParaRPr lang="en-US"/>
          </a:p>
        </p:txBody>
      </p:sp>
    </p:spTree>
    <p:extLst>
      <p:ext uri="{BB962C8B-B14F-4D97-AF65-F5344CB8AC3E}">
        <p14:creationId xmlns:p14="http://schemas.microsoft.com/office/powerpoint/2010/main" val="29521402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E9EA113-81DC-4B47-BA20-D9A13B48F51E}" type="datetimeFigureOut">
              <a:rPr lang="en-US" smtClean="0"/>
              <a:t>11/12/2023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1480F48-904C-4F49-AFF4-44668AC47A13}" type="slidenum">
              <a:rPr lang="en-US" smtClean="0"/>
              <a:t>‹#›</a:t>
            </a:fld>
            <a:endParaRPr lang="en-US"/>
          </a:p>
        </p:txBody>
      </p:sp>
    </p:spTree>
    <p:extLst>
      <p:ext uri="{BB962C8B-B14F-4D97-AF65-F5344CB8AC3E}">
        <p14:creationId xmlns:p14="http://schemas.microsoft.com/office/powerpoint/2010/main" val="41567835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E9EA113-81DC-4B47-BA20-D9A13B48F51E}" type="datetimeFigureOut">
              <a:rPr lang="en-US" smtClean="0"/>
              <a:t>11/12/2023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1480F48-904C-4F49-AFF4-44668AC47A13}" type="slidenum">
              <a:rPr lang="en-US" smtClean="0"/>
              <a:t>‹#›</a:t>
            </a:fld>
            <a:endParaRPr lang="en-US"/>
          </a:p>
        </p:txBody>
      </p:sp>
    </p:spTree>
    <p:extLst>
      <p:ext uri="{BB962C8B-B14F-4D97-AF65-F5344CB8AC3E}">
        <p14:creationId xmlns:p14="http://schemas.microsoft.com/office/powerpoint/2010/main" val="28369249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E9EA113-81DC-4B47-BA20-D9A13B48F51E}" type="datetimeFigureOut">
              <a:rPr lang="en-US" smtClean="0"/>
              <a:t>11/12/2023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480F48-904C-4F49-AFF4-44668AC47A13}" type="slidenum">
              <a:rPr lang="en-US" smtClean="0"/>
              <a:t>‹#›</a:t>
            </a:fld>
            <a:endParaRPr lang="en-US"/>
          </a:p>
        </p:txBody>
      </p:sp>
    </p:spTree>
    <p:extLst>
      <p:ext uri="{BB962C8B-B14F-4D97-AF65-F5344CB8AC3E}">
        <p14:creationId xmlns:p14="http://schemas.microsoft.com/office/powerpoint/2010/main" val="243945865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6" name="Picture 1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5" name="TextBox 14"/>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1" name="TextBox 10"/>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E9EA113-81DC-4B47-BA20-D9A13B48F51E}" type="datetimeFigureOut">
              <a:rPr lang="en-US" smtClean="0"/>
              <a:t>11/12/2023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480F48-904C-4F49-AFF4-44668AC47A13}" type="slidenum">
              <a:rPr lang="en-US" smtClean="0"/>
              <a:t>‹#›</a:t>
            </a:fld>
            <a:endParaRPr lang="en-US"/>
          </a:p>
        </p:txBody>
      </p:sp>
    </p:spTree>
    <p:extLst>
      <p:ext uri="{BB962C8B-B14F-4D97-AF65-F5344CB8AC3E}">
        <p14:creationId xmlns:p14="http://schemas.microsoft.com/office/powerpoint/2010/main" val="30044676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E9EA113-81DC-4B47-BA20-D9A13B48F51E}" type="datetimeFigureOut">
              <a:rPr lang="en-US" smtClean="0"/>
              <a:t>11/12/2023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480F48-904C-4F49-AFF4-44668AC47A13}" type="slidenum">
              <a:rPr lang="en-US" smtClean="0"/>
              <a:t>‹#›</a:t>
            </a:fld>
            <a:endParaRPr lang="en-US"/>
          </a:p>
        </p:txBody>
      </p:sp>
    </p:spTree>
    <p:extLst>
      <p:ext uri="{BB962C8B-B14F-4D97-AF65-F5344CB8AC3E}">
        <p14:creationId xmlns:p14="http://schemas.microsoft.com/office/powerpoint/2010/main" val="2502197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E9EA113-81DC-4B47-BA20-D9A13B48F51E}" type="datetimeFigureOut">
              <a:rPr lang="en-US" smtClean="0"/>
              <a:t>11/12/2023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480F48-904C-4F49-AFF4-44668AC47A13}" type="slidenum">
              <a:rPr lang="en-US" smtClean="0"/>
              <a:t>‹#›</a:t>
            </a:fld>
            <a:endParaRPr lang="en-US"/>
          </a:p>
        </p:txBody>
      </p:sp>
    </p:spTree>
    <p:extLst>
      <p:ext uri="{BB962C8B-B14F-4D97-AF65-F5344CB8AC3E}">
        <p14:creationId xmlns:p14="http://schemas.microsoft.com/office/powerpoint/2010/main" val="224125093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E9EA113-81DC-4B47-BA20-D9A13B48F51E}" type="datetimeFigureOut">
              <a:rPr lang="en-US" smtClean="0"/>
              <a:t>11/12/2023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480F48-904C-4F49-AFF4-44668AC47A13}" type="slidenum">
              <a:rPr lang="en-US" smtClean="0"/>
              <a:t>‹#›</a:t>
            </a:fld>
            <a:endParaRPr lang="en-US"/>
          </a:p>
        </p:txBody>
      </p:sp>
    </p:spTree>
    <p:extLst>
      <p:ext uri="{BB962C8B-B14F-4D97-AF65-F5344CB8AC3E}">
        <p14:creationId xmlns:p14="http://schemas.microsoft.com/office/powerpoint/2010/main" val="364800079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E9EA113-81DC-4B47-BA20-D9A13B48F51E}" type="datetimeFigureOut">
              <a:rPr lang="en-US" smtClean="0"/>
              <a:t>11/12/2023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480F48-904C-4F49-AFF4-44668AC47A13}" type="slidenum">
              <a:rPr lang="en-US" smtClean="0"/>
              <a:t>‹#›</a:t>
            </a:fld>
            <a:endParaRPr lang="en-US"/>
          </a:p>
        </p:txBody>
      </p:sp>
      <p:sp>
        <p:nvSpPr>
          <p:cNvPr id="8" name="Title 1"/>
          <p:cNvSpPr>
            <a:spLocks noGrp="1"/>
          </p:cNvSpPr>
          <p:nvPr>
            <p:ph type="title"/>
          </p:nvPr>
        </p:nvSpPr>
        <p:spPr>
          <a:xfrm>
            <a:off x="685801" y="609600"/>
            <a:ext cx="10131425" cy="1456267"/>
          </a:xfrm>
        </p:spPr>
        <p:txBody>
          <a:bodyPr/>
          <a:lstStyle/>
          <a:p>
            <a:r>
              <a:rPr lang="en-US"/>
              <a:t>Click to edit Master title style</a:t>
            </a:r>
            <a:endParaRPr lang="en-US" dirty="0"/>
          </a:p>
        </p:txBody>
      </p:sp>
    </p:spTree>
    <p:extLst>
      <p:ext uri="{BB962C8B-B14F-4D97-AF65-F5344CB8AC3E}">
        <p14:creationId xmlns:p14="http://schemas.microsoft.com/office/powerpoint/2010/main" val="349518048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E9EA113-81DC-4B47-BA20-D9A13B48F51E}" type="datetimeFigureOut">
              <a:rPr lang="en-US" smtClean="0"/>
              <a:t>11/12/2023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480F48-904C-4F49-AFF4-44668AC47A13}" type="slidenum">
              <a:rPr lang="en-US" smtClean="0"/>
              <a:t>‹#›</a:t>
            </a:fld>
            <a:endParaRPr lang="en-US"/>
          </a:p>
        </p:txBody>
      </p:sp>
    </p:spTree>
    <p:extLst>
      <p:ext uri="{BB962C8B-B14F-4D97-AF65-F5344CB8AC3E}">
        <p14:creationId xmlns:p14="http://schemas.microsoft.com/office/powerpoint/2010/main" val="39083326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6E9EA113-81DC-4B47-BA20-D9A13B48F51E}" type="datetimeFigureOut">
              <a:rPr lang="en-US" smtClean="0"/>
              <a:t>11/12/2023</a:t>
            </a:fld>
            <a:endParaRPr lang="en-US"/>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1480F48-904C-4F49-AFF4-44668AC47A13}" type="slidenum">
              <a:rPr lang="en-US" smtClean="0"/>
              <a:t>‹#›</a:t>
            </a:fld>
            <a:endParaRPr lang="en-US"/>
          </a:p>
        </p:txBody>
      </p:sp>
    </p:spTree>
    <p:extLst>
      <p:ext uri="{BB962C8B-B14F-4D97-AF65-F5344CB8AC3E}">
        <p14:creationId xmlns:p14="http://schemas.microsoft.com/office/powerpoint/2010/main" val="1574989504"/>
      </p:ext>
    </p:extLst>
  </p:cSld>
  <p:clrMap bg1="dk1" tx1="lt1" bg2="dk2" tx2="lt2" accent1="accent1" accent2="accent2" accent3="accent3" accent4="accent4" accent5="accent5" accent6="accent6" hlink="hlink" folHlink="folHlink"/>
  <p:sldLayoutIdLst>
    <p:sldLayoutId id="2147483760" r:id="rId1"/>
    <p:sldLayoutId id="2147483761" r:id="rId2"/>
    <p:sldLayoutId id="2147483762" r:id="rId3"/>
    <p:sldLayoutId id="2147483763" r:id="rId4"/>
    <p:sldLayoutId id="2147483764" r:id="rId5"/>
    <p:sldLayoutId id="2147483765" r:id="rId6"/>
    <p:sldLayoutId id="2147483766" r:id="rId7"/>
    <p:sldLayoutId id="2147483767" r:id="rId8"/>
    <p:sldLayoutId id="2147483768" r:id="rId9"/>
    <p:sldLayoutId id="2147483769" r:id="rId10"/>
    <p:sldLayoutId id="2147483770" r:id="rId11"/>
    <p:sldLayoutId id="2147483771" r:id="rId12"/>
    <p:sldLayoutId id="2147483772" r:id="rId13"/>
    <p:sldLayoutId id="2147483773" r:id="rId14"/>
    <p:sldLayoutId id="2147483774" r:id="rId15"/>
    <p:sldLayoutId id="2147483775" r:id="rId16"/>
    <p:sldLayoutId id="2147483776"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30.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2.jp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47.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54.jp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69.svg"/><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80"/>
        <p:cNvGrpSpPr/>
        <p:nvPr/>
      </p:nvGrpSpPr>
      <p:grpSpPr>
        <a:xfrm>
          <a:off x="0" y="0"/>
          <a:ext cx="0" cy="0"/>
          <a:chOff x="0" y="0"/>
          <a:chExt cx="0" cy="0"/>
        </a:xfrm>
      </p:grpSpPr>
      <p:sp>
        <p:nvSpPr>
          <p:cNvPr id="281" name="Google Shape;281;p30"/>
          <p:cNvSpPr/>
          <p:nvPr/>
        </p:nvSpPr>
        <p:spPr>
          <a:xfrm>
            <a:off x="2303000" y="1637533"/>
            <a:ext cx="7586000" cy="3302400"/>
          </a:xfrm>
          <a:prstGeom prst="snip2DiagRect">
            <a:avLst>
              <a:gd name="adj1" fmla="val 0"/>
              <a:gd name="adj2" fmla="val 16667"/>
            </a:avLst>
          </a:prstGeom>
          <a:noFill/>
          <a:ln w="9525" cap="flat" cmpd="sng">
            <a:solidFill>
              <a:schemeClr val="lt1"/>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282" name="Google Shape;282;p30"/>
          <p:cNvSpPr txBox="1">
            <a:spLocks noGrp="1"/>
          </p:cNvSpPr>
          <p:nvPr>
            <p:ph type="ctrTitle"/>
          </p:nvPr>
        </p:nvSpPr>
        <p:spPr>
          <a:xfrm>
            <a:off x="2098602" y="1725618"/>
            <a:ext cx="7856400" cy="3184548"/>
          </a:xfrm>
          <a:prstGeom prst="rect">
            <a:avLst/>
          </a:prstGeom>
        </p:spPr>
        <p:txBody>
          <a:bodyPr spcFirstLastPara="1" vert="horz" wrap="square" lIns="121900" tIns="121900" rIns="121900" bIns="121900" rtlCol="0" anchor="ctr" anchorCtr="0">
            <a:noAutofit/>
          </a:bodyPr>
          <a:lstStyle/>
          <a:p>
            <a:pPr algn="ctr">
              <a:spcBef>
                <a:spcPts val="0"/>
              </a:spcBef>
            </a:pPr>
            <a:r>
              <a:rPr lang="en-US" sz="7200" b="1" dirty="0"/>
              <a:t>Supervised</a:t>
            </a:r>
            <a:br>
              <a:rPr lang="en-US" sz="7200" b="1" dirty="0"/>
            </a:br>
            <a:r>
              <a:rPr lang="en-US" sz="7200" b="1" dirty="0"/>
              <a:t>Machine Learning</a:t>
            </a:r>
            <a:endParaRPr b="1" dirty="0">
              <a:solidFill>
                <a:srgbClr val="CC0000"/>
              </a:solidFill>
            </a:endParaRPr>
          </a:p>
        </p:txBody>
      </p:sp>
      <p:sp>
        <p:nvSpPr>
          <p:cNvPr id="283" name="Google Shape;283;p30"/>
          <p:cNvSpPr txBox="1">
            <a:spLocks noGrp="1"/>
          </p:cNvSpPr>
          <p:nvPr>
            <p:ph type="subTitle" idx="1"/>
          </p:nvPr>
        </p:nvSpPr>
        <p:spPr>
          <a:xfrm>
            <a:off x="2538765" y="5153888"/>
            <a:ext cx="7856400" cy="631600"/>
          </a:xfrm>
          <a:prstGeom prst="rect">
            <a:avLst/>
          </a:prstGeom>
        </p:spPr>
        <p:txBody>
          <a:bodyPr spcFirstLastPara="1" vert="horz" wrap="square" lIns="121900" tIns="121900" rIns="121900" bIns="121900" rtlCol="0" anchor="ctr" anchorCtr="0">
            <a:noAutofit/>
          </a:bodyPr>
          <a:lstStyle/>
          <a:p>
            <a:pPr algn="ctr" rtl="1"/>
            <a:r>
              <a:rPr lang="en" sz="2000" b="1" dirty="0"/>
              <a:t>Eng- Mohamed Khaled Idris</a:t>
            </a:r>
          </a:p>
          <a:p>
            <a:pPr algn="ctr" rtl="1"/>
            <a:r>
              <a:rPr lang="en" sz="2000" b="1" dirty="0"/>
              <a:t>Eng- Mayar Swilam</a:t>
            </a:r>
            <a:endParaRPr sz="2000" b="1" dirty="0"/>
          </a:p>
        </p:txBody>
      </p:sp>
      <p:grpSp>
        <p:nvGrpSpPr>
          <p:cNvPr id="284" name="Google Shape;284;p30"/>
          <p:cNvGrpSpPr/>
          <p:nvPr/>
        </p:nvGrpSpPr>
        <p:grpSpPr>
          <a:xfrm>
            <a:off x="1342410" y="650129"/>
            <a:ext cx="384801" cy="1462257"/>
            <a:chOff x="1006700" y="2603975"/>
            <a:chExt cx="55450" cy="210700"/>
          </a:xfrm>
        </p:grpSpPr>
        <p:sp>
          <p:nvSpPr>
            <p:cNvPr id="285" name="Google Shape;285;p30"/>
            <p:cNvSpPr/>
            <p:nvPr/>
          </p:nvSpPr>
          <p:spPr>
            <a:xfrm>
              <a:off x="1006700" y="262997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121900" tIns="121900" rIns="121900" bIns="121900" anchor="ctr" anchorCtr="0">
              <a:noAutofit/>
            </a:bodyPr>
            <a:lstStyle/>
            <a:p>
              <a:endParaRPr sz="2400"/>
            </a:p>
          </p:txBody>
        </p:sp>
        <p:sp>
          <p:nvSpPr>
            <p:cNvPr id="286" name="Google Shape;286;p30"/>
            <p:cNvSpPr/>
            <p:nvPr/>
          </p:nvSpPr>
          <p:spPr>
            <a:xfrm>
              <a:off x="1032700" y="260397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121900" tIns="121900" rIns="121900" bIns="121900" anchor="ctr" anchorCtr="0">
              <a:noAutofit/>
            </a:bodyPr>
            <a:lstStyle/>
            <a:p>
              <a:endParaRPr sz="2400"/>
            </a:p>
          </p:txBody>
        </p:sp>
        <p:sp>
          <p:nvSpPr>
            <p:cNvPr id="287" name="Google Shape;287;p30"/>
            <p:cNvSpPr/>
            <p:nvPr/>
          </p:nvSpPr>
          <p:spPr>
            <a:xfrm>
              <a:off x="1006700" y="2707200"/>
              <a:ext cx="55450" cy="3850"/>
            </a:xfrm>
            <a:custGeom>
              <a:avLst/>
              <a:gdLst/>
              <a:ahLst/>
              <a:cxnLst/>
              <a:rect l="l" t="t" r="r" b="b"/>
              <a:pathLst>
                <a:path w="2218" h="154" extrusionOk="0">
                  <a:moveTo>
                    <a:pt x="0" y="1"/>
                  </a:moveTo>
                  <a:lnTo>
                    <a:pt x="0" y="154"/>
                  </a:lnTo>
                  <a:lnTo>
                    <a:pt x="2218" y="154"/>
                  </a:lnTo>
                  <a:lnTo>
                    <a:pt x="2218" y="1"/>
                  </a:lnTo>
                  <a:close/>
                </a:path>
              </a:pathLst>
            </a:custGeom>
            <a:solidFill>
              <a:schemeClr val="lt1"/>
            </a:solidFill>
            <a:ln>
              <a:noFill/>
            </a:ln>
          </p:spPr>
          <p:txBody>
            <a:bodyPr spcFirstLastPara="1" wrap="square" lIns="121900" tIns="121900" rIns="121900" bIns="121900" anchor="ctr" anchorCtr="0">
              <a:noAutofit/>
            </a:bodyPr>
            <a:lstStyle/>
            <a:p>
              <a:endParaRPr sz="2400"/>
            </a:p>
          </p:txBody>
        </p:sp>
        <p:sp>
          <p:nvSpPr>
            <p:cNvPr id="288" name="Google Shape;288;p30"/>
            <p:cNvSpPr/>
            <p:nvPr/>
          </p:nvSpPr>
          <p:spPr>
            <a:xfrm>
              <a:off x="1032700" y="2681600"/>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121900" tIns="121900" rIns="121900" bIns="121900" anchor="ctr" anchorCtr="0">
              <a:noAutofit/>
            </a:bodyPr>
            <a:lstStyle/>
            <a:p>
              <a:endParaRPr sz="2400"/>
            </a:p>
          </p:txBody>
        </p:sp>
        <p:sp>
          <p:nvSpPr>
            <p:cNvPr id="289" name="Google Shape;289;p30"/>
            <p:cNvSpPr/>
            <p:nvPr/>
          </p:nvSpPr>
          <p:spPr>
            <a:xfrm>
              <a:off x="1006700" y="278522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121900" tIns="121900" rIns="121900" bIns="121900" anchor="ctr" anchorCtr="0">
              <a:noAutofit/>
            </a:bodyPr>
            <a:lstStyle/>
            <a:p>
              <a:endParaRPr sz="2400"/>
            </a:p>
          </p:txBody>
        </p:sp>
        <p:sp>
          <p:nvSpPr>
            <p:cNvPr id="290" name="Google Shape;290;p30"/>
            <p:cNvSpPr/>
            <p:nvPr/>
          </p:nvSpPr>
          <p:spPr>
            <a:xfrm>
              <a:off x="1032700" y="275922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121900" tIns="121900" rIns="121900" bIns="121900" anchor="ctr" anchorCtr="0">
              <a:noAutofit/>
            </a:bodyPr>
            <a:lstStyle/>
            <a:p>
              <a:endParaRPr sz="2400"/>
            </a:p>
          </p:txBody>
        </p:sp>
      </p:grpSp>
      <p:grpSp>
        <p:nvGrpSpPr>
          <p:cNvPr id="291" name="Google Shape;291;p30"/>
          <p:cNvGrpSpPr/>
          <p:nvPr/>
        </p:nvGrpSpPr>
        <p:grpSpPr>
          <a:xfrm rot="5400000">
            <a:off x="10359410" y="5209029"/>
            <a:ext cx="384801" cy="1462257"/>
            <a:chOff x="1006700" y="2603975"/>
            <a:chExt cx="55450" cy="210700"/>
          </a:xfrm>
        </p:grpSpPr>
        <p:sp>
          <p:nvSpPr>
            <p:cNvPr id="292" name="Google Shape;292;p30"/>
            <p:cNvSpPr/>
            <p:nvPr/>
          </p:nvSpPr>
          <p:spPr>
            <a:xfrm>
              <a:off x="1006700" y="262997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121900" tIns="121900" rIns="121900" bIns="121900" anchor="ctr" anchorCtr="0">
              <a:noAutofit/>
            </a:bodyPr>
            <a:lstStyle/>
            <a:p>
              <a:endParaRPr sz="2400"/>
            </a:p>
          </p:txBody>
        </p:sp>
        <p:sp>
          <p:nvSpPr>
            <p:cNvPr id="293" name="Google Shape;293;p30"/>
            <p:cNvSpPr/>
            <p:nvPr/>
          </p:nvSpPr>
          <p:spPr>
            <a:xfrm>
              <a:off x="1032700" y="260397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121900" tIns="121900" rIns="121900" bIns="121900" anchor="ctr" anchorCtr="0">
              <a:noAutofit/>
            </a:bodyPr>
            <a:lstStyle/>
            <a:p>
              <a:endParaRPr sz="2400"/>
            </a:p>
          </p:txBody>
        </p:sp>
        <p:sp>
          <p:nvSpPr>
            <p:cNvPr id="294" name="Google Shape;294;p30"/>
            <p:cNvSpPr/>
            <p:nvPr/>
          </p:nvSpPr>
          <p:spPr>
            <a:xfrm>
              <a:off x="1006700" y="2707200"/>
              <a:ext cx="55450" cy="3850"/>
            </a:xfrm>
            <a:custGeom>
              <a:avLst/>
              <a:gdLst/>
              <a:ahLst/>
              <a:cxnLst/>
              <a:rect l="l" t="t" r="r" b="b"/>
              <a:pathLst>
                <a:path w="2218" h="154" extrusionOk="0">
                  <a:moveTo>
                    <a:pt x="0" y="1"/>
                  </a:moveTo>
                  <a:lnTo>
                    <a:pt x="0" y="154"/>
                  </a:lnTo>
                  <a:lnTo>
                    <a:pt x="2218" y="154"/>
                  </a:lnTo>
                  <a:lnTo>
                    <a:pt x="2218" y="1"/>
                  </a:lnTo>
                  <a:close/>
                </a:path>
              </a:pathLst>
            </a:custGeom>
            <a:solidFill>
              <a:schemeClr val="lt1"/>
            </a:solidFill>
            <a:ln>
              <a:noFill/>
            </a:ln>
          </p:spPr>
          <p:txBody>
            <a:bodyPr spcFirstLastPara="1" wrap="square" lIns="121900" tIns="121900" rIns="121900" bIns="121900" anchor="ctr" anchorCtr="0">
              <a:noAutofit/>
            </a:bodyPr>
            <a:lstStyle/>
            <a:p>
              <a:endParaRPr sz="2400"/>
            </a:p>
          </p:txBody>
        </p:sp>
        <p:sp>
          <p:nvSpPr>
            <p:cNvPr id="295" name="Google Shape;295;p30"/>
            <p:cNvSpPr/>
            <p:nvPr/>
          </p:nvSpPr>
          <p:spPr>
            <a:xfrm>
              <a:off x="1032700" y="2681600"/>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121900" tIns="121900" rIns="121900" bIns="121900" anchor="ctr" anchorCtr="0">
              <a:noAutofit/>
            </a:bodyPr>
            <a:lstStyle/>
            <a:p>
              <a:endParaRPr sz="2400"/>
            </a:p>
          </p:txBody>
        </p:sp>
        <p:sp>
          <p:nvSpPr>
            <p:cNvPr id="296" name="Google Shape;296;p30"/>
            <p:cNvSpPr/>
            <p:nvPr/>
          </p:nvSpPr>
          <p:spPr>
            <a:xfrm>
              <a:off x="1006700" y="278522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121900" tIns="121900" rIns="121900" bIns="121900" anchor="ctr" anchorCtr="0">
              <a:noAutofit/>
            </a:bodyPr>
            <a:lstStyle/>
            <a:p>
              <a:endParaRPr sz="2400"/>
            </a:p>
          </p:txBody>
        </p:sp>
        <p:sp>
          <p:nvSpPr>
            <p:cNvPr id="297" name="Google Shape;297;p30"/>
            <p:cNvSpPr/>
            <p:nvPr/>
          </p:nvSpPr>
          <p:spPr>
            <a:xfrm>
              <a:off x="1032700" y="275922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121900" tIns="121900" rIns="121900" bIns="121900" anchor="ctr" anchorCtr="0">
              <a:noAutofit/>
            </a:bodyPr>
            <a:lstStyle/>
            <a:p>
              <a:endParaRPr sz="2400"/>
            </a:p>
          </p:txBody>
        </p:sp>
      </p:grpSp>
      <p:grpSp>
        <p:nvGrpSpPr>
          <p:cNvPr id="298" name="Google Shape;298;p30"/>
          <p:cNvGrpSpPr/>
          <p:nvPr/>
        </p:nvGrpSpPr>
        <p:grpSpPr>
          <a:xfrm>
            <a:off x="734833" y="4839603"/>
            <a:ext cx="1571516" cy="1462255"/>
            <a:chOff x="827350" y="3629733"/>
            <a:chExt cx="1431600" cy="1332067"/>
          </a:xfrm>
        </p:grpSpPr>
        <p:sp>
          <p:nvSpPr>
            <p:cNvPr id="299" name="Google Shape;299;p30"/>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121900" tIns="121900" rIns="121900" bIns="121900" anchor="ctr" anchorCtr="0">
              <a:noAutofit/>
            </a:bodyPr>
            <a:lstStyle/>
            <a:p>
              <a:endParaRPr sz="2400"/>
            </a:p>
          </p:txBody>
        </p:sp>
        <p:sp>
          <p:nvSpPr>
            <p:cNvPr id="300" name="Google Shape;300;p30"/>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121900" tIns="121900" rIns="121900" bIns="121900" anchor="ctr" anchorCtr="0">
              <a:noAutofit/>
            </a:bodyPr>
            <a:lstStyle/>
            <a:p>
              <a:endParaRPr sz="2400"/>
            </a:p>
          </p:txBody>
        </p:sp>
        <p:sp>
          <p:nvSpPr>
            <p:cNvPr id="301" name="Google Shape;301;p30"/>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121900" tIns="121900" rIns="121900" bIns="121900" anchor="ctr" anchorCtr="0">
              <a:noAutofit/>
            </a:bodyPr>
            <a:lstStyle/>
            <a:p>
              <a:endParaRPr sz="2400"/>
            </a:p>
          </p:txBody>
        </p:sp>
      </p:grpSp>
      <p:grpSp>
        <p:nvGrpSpPr>
          <p:cNvPr id="302" name="Google Shape;302;p30"/>
          <p:cNvGrpSpPr/>
          <p:nvPr/>
        </p:nvGrpSpPr>
        <p:grpSpPr>
          <a:xfrm>
            <a:off x="430136" y="3870413"/>
            <a:ext cx="1041632" cy="969212"/>
            <a:chOff x="827350" y="3629733"/>
            <a:chExt cx="1431600" cy="1332067"/>
          </a:xfrm>
        </p:grpSpPr>
        <p:sp>
          <p:nvSpPr>
            <p:cNvPr id="303" name="Google Shape;303;p30"/>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121900" tIns="121900" rIns="121900" bIns="121900" anchor="ctr" anchorCtr="0">
              <a:noAutofit/>
            </a:bodyPr>
            <a:lstStyle/>
            <a:p>
              <a:endParaRPr sz="2400"/>
            </a:p>
          </p:txBody>
        </p:sp>
        <p:sp>
          <p:nvSpPr>
            <p:cNvPr id="304" name="Google Shape;304;p30"/>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121900" tIns="121900" rIns="121900" bIns="121900" anchor="ctr" anchorCtr="0">
              <a:noAutofit/>
            </a:bodyPr>
            <a:lstStyle/>
            <a:p>
              <a:endParaRPr sz="2400"/>
            </a:p>
          </p:txBody>
        </p:sp>
        <p:sp>
          <p:nvSpPr>
            <p:cNvPr id="305" name="Google Shape;305;p30"/>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121900" tIns="121900" rIns="121900" bIns="121900" anchor="ctr" anchorCtr="0">
              <a:noAutofit/>
            </a:bodyPr>
            <a:lstStyle/>
            <a:p>
              <a:endParaRPr sz="2400"/>
            </a:p>
          </p:txBody>
        </p:sp>
      </p:grpSp>
      <p:grpSp>
        <p:nvGrpSpPr>
          <p:cNvPr id="306" name="Google Shape;306;p30"/>
          <p:cNvGrpSpPr/>
          <p:nvPr/>
        </p:nvGrpSpPr>
        <p:grpSpPr>
          <a:xfrm>
            <a:off x="2421586" y="5859798"/>
            <a:ext cx="475100" cy="442069"/>
            <a:chOff x="827350" y="3629733"/>
            <a:chExt cx="1431600" cy="1332067"/>
          </a:xfrm>
        </p:grpSpPr>
        <p:sp>
          <p:nvSpPr>
            <p:cNvPr id="307" name="Google Shape;307;p30"/>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121900" tIns="121900" rIns="121900" bIns="121900" anchor="ctr" anchorCtr="0">
              <a:noAutofit/>
            </a:bodyPr>
            <a:lstStyle/>
            <a:p>
              <a:endParaRPr sz="2400"/>
            </a:p>
          </p:txBody>
        </p:sp>
        <p:sp>
          <p:nvSpPr>
            <p:cNvPr id="308" name="Google Shape;308;p30"/>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121900" tIns="121900" rIns="121900" bIns="121900" anchor="ctr" anchorCtr="0">
              <a:noAutofit/>
            </a:bodyPr>
            <a:lstStyle/>
            <a:p>
              <a:endParaRPr sz="2400"/>
            </a:p>
          </p:txBody>
        </p:sp>
        <p:sp>
          <p:nvSpPr>
            <p:cNvPr id="309" name="Google Shape;309;p30"/>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121900" tIns="121900" rIns="121900" bIns="121900" anchor="ctr" anchorCtr="0">
              <a:noAutofit/>
            </a:bodyPr>
            <a:lstStyle/>
            <a:p>
              <a:endParaRPr sz="2400"/>
            </a:p>
          </p:txBody>
        </p:sp>
      </p:grpSp>
      <p:grpSp>
        <p:nvGrpSpPr>
          <p:cNvPr id="310" name="Google Shape;310;p30"/>
          <p:cNvGrpSpPr/>
          <p:nvPr/>
        </p:nvGrpSpPr>
        <p:grpSpPr>
          <a:xfrm>
            <a:off x="9955002" y="292951"/>
            <a:ext cx="1193573" cy="1110589"/>
            <a:chOff x="827350" y="3629733"/>
            <a:chExt cx="1431600" cy="1332067"/>
          </a:xfrm>
        </p:grpSpPr>
        <p:sp>
          <p:nvSpPr>
            <p:cNvPr id="311" name="Google Shape;311;p30"/>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121900" tIns="121900" rIns="121900" bIns="121900" anchor="ctr" anchorCtr="0">
              <a:noAutofit/>
            </a:bodyPr>
            <a:lstStyle/>
            <a:p>
              <a:endParaRPr sz="2400"/>
            </a:p>
          </p:txBody>
        </p:sp>
        <p:sp>
          <p:nvSpPr>
            <p:cNvPr id="312" name="Google Shape;312;p30"/>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121900" tIns="121900" rIns="121900" bIns="121900" anchor="ctr" anchorCtr="0">
              <a:noAutofit/>
            </a:bodyPr>
            <a:lstStyle/>
            <a:p>
              <a:endParaRPr sz="2400"/>
            </a:p>
          </p:txBody>
        </p:sp>
        <p:sp>
          <p:nvSpPr>
            <p:cNvPr id="313" name="Google Shape;313;p30"/>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121900" tIns="121900" rIns="121900" bIns="121900" anchor="ctr" anchorCtr="0">
              <a:noAutofit/>
            </a:bodyPr>
            <a:lstStyle/>
            <a:p>
              <a:endParaRPr sz="2400"/>
            </a:p>
          </p:txBody>
        </p:sp>
      </p:grpSp>
      <p:grpSp>
        <p:nvGrpSpPr>
          <p:cNvPr id="314" name="Google Shape;314;p30"/>
          <p:cNvGrpSpPr/>
          <p:nvPr/>
        </p:nvGrpSpPr>
        <p:grpSpPr>
          <a:xfrm>
            <a:off x="10841711" y="1420954"/>
            <a:ext cx="798643" cy="743116"/>
            <a:chOff x="827350" y="3629733"/>
            <a:chExt cx="1431600" cy="1332067"/>
          </a:xfrm>
        </p:grpSpPr>
        <p:sp>
          <p:nvSpPr>
            <p:cNvPr id="315" name="Google Shape;315;p30"/>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121900" tIns="121900" rIns="121900" bIns="121900" anchor="ctr" anchorCtr="0">
              <a:noAutofit/>
            </a:bodyPr>
            <a:lstStyle/>
            <a:p>
              <a:endParaRPr sz="2400"/>
            </a:p>
          </p:txBody>
        </p:sp>
        <p:sp>
          <p:nvSpPr>
            <p:cNvPr id="316" name="Google Shape;316;p30"/>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121900" tIns="121900" rIns="121900" bIns="121900" anchor="ctr" anchorCtr="0">
              <a:noAutofit/>
            </a:bodyPr>
            <a:lstStyle/>
            <a:p>
              <a:endParaRPr sz="2400"/>
            </a:p>
          </p:txBody>
        </p:sp>
        <p:sp>
          <p:nvSpPr>
            <p:cNvPr id="317" name="Google Shape;317;p30"/>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121900" tIns="121900" rIns="121900" bIns="121900" anchor="ctr" anchorCtr="0">
              <a:noAutofit/>
            </a:bodyPr>
            <a:lstStyle/>
            <a:p>
              <a:endParaRPr sz="2400"/>
            </a:p>
          </p:txBody>
        </p:sp>
      </p:grpSp>
      <p:grpSp>
        <p:nvGrpSpPr>
          <p:cNvPr id="318" name="Google Shape;318;p30"/>
          <p:cNvGrpSpPr/>
          <p:nvPr/>
        </p:nvGrpSpPr>
        <p:grpSpPr>
          <a:xfrm>
            <a:off x="9201641" y="827560"/>
            <a:ext cx="619024" cy="575985"/>
            <a:chOff x="827350" y="3629733"/>
            <a:chExt cx="1431600" cy="1332067"/>
          </a:xfrm>
        </p:grpSpPr>
        <p:sp>
          <p:nvSpPr>
            <p:cNvPr id="319" name="Google Shape;319;p30"/>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121900" tIns="121900" rIns="121900" bIns="121900" anchor="ctr" anchorCtr="0">
              <a:noAutofit/>
            </a:bodyPr>
            <a:lstStyle/>
            <a:p>
              <a:endParaRPr sz="2400"/>
            </a:p>
          </p:txBody>
        </p:sp>
        <p:sp>
          <p:nvSpPr>
            <p:cNvPr id="320" name="Google Shape;320;p30"/>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121900" tIns="121900" rIns="121900" bIns="121900" anchor="ctr" anchorCtr="0">
              <a:noAutofit/>
            </a:bodyPr>
            <a:lstStyle/>
            <a:p>
              <a:endParaRPr sz="2400"/>
            </a:p>
          </p:txBody>
        </p:sp>
        <p:sp>
          <p:nvSpPr>
            <p:cNvPr id="321" name="Google Shape;321;p30"/>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121900" tIns="121900" rIns="121900" bIns="121900" anchor="ctr" anchorCtr="0">
              <a:noAutofit/>
            </a:bodyPr>
            <a:lstStyle/>
            <a:p>
              <a:endParaRPr sz="2400"/>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diagram of a process&#10;&#10;Description automatically generated">
            <a:extLst>
              <a:ext uri="{FF2B5EF4-FFF2-40B4-BE49-F238E27FC236}">
                <a16:creationId xmlns:a16="http://schemas.microsoft.com/office/drawing/2014/main" id="{798CC066-2971-907F-5885-ED1CAE8640D9}"/>
              </a:ext>
            </a:extLst>
          </p:cNvPr>
          <p:cNvPicPr>
            <a:picLocks noChangeAspect="1"/>
          </p:cNvPicPr>
          <p:nvPr/>
        </p:nvPicPr>
        <p:blipFill>
          <a:blip r:embed="rId2">
            <a:grayscl/>
          </a:blip>
          <a:stretch>
            <a:fillRect/>
          </a:stretch>
        </p:blipFill>
        <p:spPr>
          <a:xfrm>
            <a:off x="1" y="-30475"/>
            <a:ext cx="12192000" cy="6888476"/>
          </a:xfrm>
          <a:prstGeom prst="rect">
            <a:avLst/>
          </a:prstGeom>
        </p:spPr>
      </p:pic>
      <p:sp>
        <p:nvSpPr>
          <p:cNvPr id="4" name="Slide Number Placeholder 3">
            <a:extLst>
              <a:ext uri="{FF2B5EF4-FFF2-40B4-BE49-F238E27FC236}">
                <a16:creationId xmlns:a16="http://schemas.microsoft.com/office/drawing/2014/main" id="{D85880A8-640C-4590-0F9E-F40A0A898DF3}"/>
              </a:ext>
            </a:extLst>
          </p:cNvPr>
          <p:cNvSpPr>
            <a:spLocks noGrp="1"/>
          </p:cNvSpPr>
          <p:nvPr>
            <p:ph type="sldNum" sz="quarter" idx="12"/>
          </p:nvPr>
        </p:nvSpPr>
        <p:spPr>
          <a:xfrm>
            <a:off x="9896911" y="6309360"/>
            <a:ext cx="771089" cy="365125"/>
          </a:xfrm>
        </p:spPr>
        <p:txBody>
          <a:bodyPr vert="horz" lIns="91440" tIns="45720" rIns="91440" bIns="45720" rtlCol="0" anchor="ctr">
            <a:normAutofit/>
          </a:bodyPr>
          <a:lstStyle/>
          <a:p>
            <a:pPr>
              <a:spcAft>
                <a:spcPts val="600"/>
              </a:spcAft>
            </a:pPr>
            <a:fld id="{34B7E4EF-A1BD-40F4-AB7B-04F084DD991D}" type="slidenum">
              <a:rPr lang="en-US">
                <a:solidFill>
                  <a:srgbClr val="FFFFFF"/>
                </a:solidFill>
              </a:rPr>
              <a:pPr>
                <a:spcAft>
                  <a:spcPts val="600"/>
                </a:spcAft>
              </a:pPr>
              <a:t>2</a:t>
            </a:fld>
            <a:endParaRPr lang="en-US">
              <a:solidFill>
                <a:srgbClr val="FFFFFF"/>
              </a:solidFill>
            </a:endParaRPr>
          </a:p>
        </p:txBody>
      </p:sp>
    </p:spTree>
    <p:extLst>
      <p:ext uri="{BB962C8B-B14F-4D97-AF65-F5344CB8AC3E}">
        <p14:creationId xmlns:p14="http://schemas.microsoft.com/office/powerpoint/2010/main" val="5030128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45E03F-1687-A7EA-920A-5D72D0CA9BAE}"/>
              </a:ext>
            </a:extLst>
          </p:cNvPr>
          <p:cNvSpPr>
            <a:spLocks noGrp="1"/>
          </p:cNvSpPr>
          <p:nvPr>
            <p:ph type="title"/>
          </p:nvPr>
        </p:nvSpPr>
        <p:spPr/>
        <p:txBody>
          <a:bodyPr>
            <a:normAutofit/>
          </a:bodyPr>
          <a:lstStyle/>
          <a:p>
            <a:r>
              <a:rPr lang="en-US" sz="4000" b="1" dirty="0"/>
              <a:t>What is Machine Learning ?</a:t>
            </a:r>
          </a:p>
        </p:txBody>
      </p:sp>
      <p:sp>
        <p:nvSpPr>
          <p:cNvPr id="4" name="Slide Number Placeholder 3">
            <a:extLst>
              <a:ext uri="{FF2B5EF4-FFF2-40B4-BE49-F238E27FC236}">
                <a16:creationId xmlns:a16="http://schemas.microsoft.com/office/drawing/2014/main" id="{9F6694DE-CBCB-B1BD-036C-405FFCFF2038}"/>
              </a:ext>
            </a:extLst>
          </p:cNvPr>
          <p:cNvSpPr>
            <a:spLocks noGrp="1"/>
          </p:cNvSpPr>
          <p:nvPr>
            <p:ph type="sldNum" sz="quarter" idx="12"/>
          </p:nvPr>
        </p:nvSpPr>
        <p:spPr/>
        <p:txBody>
          <a:bodyPr/>
          <a:lstStyle/>
          <a:p>
            <a:fld id="{34B7E4EF-A1BD-40F4-AB7B-04F084DD991D}" type="slidenum">
              <a:rPr lang="en-US" sz="1050" b="1" smtClean="0"/>
              <a:t>3</a:t>
            </a:fld>
            <a:endParaRPr lang="en-US" sz="1050" b="1"/>
          </a:p>
        </p:txBody>
      </p:sp>
      <p:sp>
        <p:nvSpPr>
          <p:cNvPr id="6" name="TextBox 5">
            <a:extLst>
              <a:ext uri="{FF2B5EF4-FFF2-40B4-BE49-F238E27FC236}">
                <a16:creationId xmlns:a16="http://schemas.microsoft.com/office/drawing/2014/main" id="{FAE5F80D-B3BE-B27E-BB25-27EDA92A65D1}"/>
              </a:ext>
            </a:extLst>
          </p:cNvPr>
          <p:cNvSpPr txBox="1"/>
          <p:nvPr/>
        </p:nvSpPr>
        <p:spPr>
          <a:xfrm>
            <a:off x="1141412" y="2097088"/>
            <a:ext cx="9905997" cy="1200329"/>
          </a:xfrm>
          <a:prstGeom prst="rect">
            <a:avLst/>
          </a:prstGeom>
          <a:noFill/>
        </p:spPr>
        <p:txBody>
          <a:bodyPr wrap="square">
            <a:spAutoFit/>
          </a:bodyPr>
          <a:lstStyle/>
          <a:p>
            <a:pPr marL="285750" indent="-285750" algn="just">
              <a:buFont typeface="Arial" panose="020B0604020202020204" pitchFamily="34" charset="0"/>
              <a:buChar char="•"/>
            </a:pPr>
            <a:r>
              <a:rPr 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Machine Learning is a branch of artificial intelligence that is concerned with the development of algorithms which allow a computer to learn automatically from </a:t>
            </a:r>
            <a:r>
              <a:rPr lang="en-US" sz="2400" b="1" dirty="0">
                <a:solidFill>
                  <a:srgbClr val="FFFF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the past data and past experiences</a:t>
            </a:r>
            <a:r>
              <a:rPr 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p>
        </p:txBody>
      </p:sp>
      <p:sp>
        <p:nvSpPr>
          <p:cNvPr id="8" name="TextBox 7">
            <a:extLst>
              <a:ext uri="{FF2B5EF4-FFF2-40B4-BE49-F238E27FC236}">
                <a16:creationId xmlns:a16="http://schemas.microsoft.com/office/drawing/2014/main" id="{B7DB1917-1F63-345B-D279-B4AE204155AB}"/>
              </a:ext>
            </a:extLst>
          </p:cNvPr>
          <p:cNvSpPr txBox="1"/>
          <p:nvPr/>
        </p:nvSpPr>
        <p:spPr>
          <a:xfrm>
            <a:off x="1141412" y="3429000"/>
            <a:ext cx="9905997" cy="830997"/>
          </a:xfrm>
          <a:prstGeom prst="rect">
            <a:avLst/>
          </a:prstGeom>
          <a:noFill/>
        </p:spPr>
        <p:txBody>
          <a:bodyPr wrap="square">
            <a:spAutoFit/>
          </a:bodyPr>
          <a:lstStyle/>
          <a:p>
            <a:pPr marL="285750" indent="-285750" algn="just">
              <a:buFont typeface="Arial" panose="020B0604020202020204" pitchFamily="34" charset="0"/>
              <a:buChar char="•"/>
            </a:pPr>
            <a:r>
              <a:rPr 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Machine learning builds mathematical or statistical models to make predictions using </a:t>
            </a:r>
            <a:r>
              <a:rPr lang="en-US" sz="2400" b="1" dirty="0">
                <a:solidFill>
                  <a:srgbClr val="FFFF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historical data or information</a:t>
            </a:r>
            <a:r>
              <a:rPr 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p>
        </p:txBody>
      </p:sp>
      <p:sp>
        <p:nvSpPr>
          <p:cNvPr id="9" name="Rectangle: Rounded Corners 8">
            <a:extLst>
              <a:ext uri="{FF2B5EF4-FFF2-40B4-BE49-F238E27FC236}">
                <a16:creationId xmlns:a16="http://schemas.microsoft.com/office/drawing/2014/main" id="{FE407FD7-1834-4BAD-5AF6-AED491C306F7}"/>
              </a:ext>
            </a:extLst>
          </p:cNvPr>
          <p:cNvSpPr/>
          <p:nvPr/>
        </p:nvSpPr>
        <p:spPr>
          <a:xfrm>
            <a:off x="5699760" y="4406528"/>
            <a:ext cx="4084320" cy="1295400"/>
          </a:xfrm>
          <a:prstGeom prst="round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28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Historical data: Known as </a:t>
            </a:r>
            <a:r>
              <a:rPr lang="en-US" sz="2800" b="1"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Training data</a:t>
            </a:r>
          </a:p>
        </p:txBody>
      </p:sp>
    </p:spTree>
    <p:extLst>
      <p:ext uri="{BB962C8B-B14F-4D97-AF65-F5344CB8AC3E}">
        <p14:creationId xmlns:p14="http://schemas.microsoft.com/office/powerpoint/2010/main" val="3181985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53580C-EE23-7C54-2732-8CD0A4FE855A}"/>
              </a:ext>
            </a:extLst>
          </p:cNvPr>
          <p:cNvSpPr>
            <a:spLocks noGrp="1"/>
          </p:cNvSpPr>
          <p:nvPr>
            <p:ph type="title"/>
          </p:nvPr>
        </p:nvSpPr>
        <p:spPr>
          <a:xfrm>
            <a:off x="1617233" y="4539573"/>
            <a:ext cx="8957534" cy="1182838"/>
          </a:xfrm>
        </p:spPr>
        <p:txBody>
          <a:bodyPr vert="horz" lIns="91440" tIns="45720" rIns="91440" bIns="45720" rtlCol="0" anchor="b">
            <a:normAutofit/>
          </a:bodyPr>
          <a:lstStyle/>
          <a:p>
            <a:pPr algn="ctr"/>
            <a:r>
              <a:rPr lang="en-US" sz="4800" dirty="0">
                <a:solidFill>
                  <a:srgbClr val="FFFFFF"/>
                </a:solidFill>
              </a:rPr>
              <a:t>Always in Machine Learning</a:t>
            </a:r>
          </a:p>
        </p:txBody>
      </p:sp>
      <p:sp>
        <p:nvSpPr>
          <p:cNvPr id="4" name="Slide Number Placeholder 3">
            <a:extLst>
              <a:ext uri="{FF2B5EF4-FFF2-40B4-BE49-F238E27FC236}">
                <a16:creationId xmlns:a16="http://schemas.microsoft.com/office/drawing/2014/main" id="{F30D848B-80F2-C18D-951C-09B634ED5577}"/>
              </a:ext>
            </a:extLst>
          </p:cNvPr>
          <p:cNvSpPr>
            <a:spLocks noGrp="1"/>
          </p:cNvSpPr>
          <p:nvPr>
            <p:ph type="sldNum" sz="quarter" idx="12"/>
          </p:nvPr>
        </p:nvSpPr>
        <p:spPr>
          <a:xfrm>
            <a:off x="9896911" y="6309360"/>
            <a:ext cx="771089" cy="365125"/>
          </a:xfrm>
        </p:spPr>
        <p:txBody>
          <a:bodyPr vert="horz" lIns="91440" tIns="45720" rIns="91440" bIns="45720" rtlCol="0" anchor="ctr">
            <a:normAutofit/>
          </a:bodyPr>
          <a:lstStyle/>
          <a:p>
            <a:pPr>
              <a:spcAft>
                <a:spcPts val="600"/>
              </a:spcAft>
            </a:pPr>
            <a:fld id="{34B7E4EF-A1BD-40F4-AB7B-04F084DD991D}" type="slidenum">
              <a:rPr lang="en-US">
                <a:solidFill>
                  <a:srgbClr val="FFFFFF"/>
                </a:solidFill>
              </a:rPr>
              <a:pPr>
                <a:spcAft>
                  <a:spcPts val="600"/>
                </a:spcAft>
              </a:pPr>
              <a:t>4</a:t>
            </a:fld>
            <a:endParaRPr lang="en-US">
              <a:solidFill>
                <a:srgbClr val="FFFFFF"/>
              </a:solidFill>
            </a:endParaRPr>
          </a:p>
        </p:txBody>
      </p:sp>
      <p:pic>
        <p:nvPicPr>
          <p:cNvPr id="6" name="Picture 5" descr="A diagram of a machine learning algorithm&#10;&#10;Description automatically generated">
            <a:extLst>
              <a:ext uri="{FF2B5EF4-FFF2-40B4-BE49-F238E27FC236}">
                <a16:creationId xmlns:a16="http://schemas.microsoft.com/office/drawing/2014/main" id="{DE42BA04-216C-C25D-92B0-876D99607E03}"/>
              </a:ext>
            </a:extLst>
          </p:cNvPr>
          <p:cNvPicPr>
            <a:picLocks noChangeAspect="1"/>
          </p:cNvPicPr>
          <p:nvPr/>
        </p:nvPicPr>
        <p:blipFill>
          <a:blip r:embed="rId2"/>
          <a:stretch>
            <a:fillRect/>
          </a:stretch>
        </p:blipFill>
        <p:spPr>
          <a:xfrm>
            <a:off x="973635" y="1335573"/>
            <a:ext cx="10266669" cy="2207332"/>
          </a:xfrm>
          <a:prstGeom prst="rect">
            <a:avLst/>
          </a:prstGeom>
        </p:spPr>
      </p:pic>
    </p:spTree>
    <p:extLst>
      <p:ext uri="{BB962C8B-B14F-4D97-AF65-F5344CB8AC3E}">
        <p14:creationId xmlns:p14="http://schemas.microsoft.com/office/powerpoint/2010/main" val="36388673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72397C-BD83-A3FE-24CC-CE2A2781E5F6}"/>
              </a:ext>
            </a:extLst>
          </p:cNvPr>
          <p:cNvSpPr>
            <a:spLocks noGrp="1"/>
          </p:cNvSpPr>
          <p:nvPr>
            <p:ph type="title"/>
          </p:nvPr>
        </p:nvSpPr>
        <p:spPr>
          <a:xfrm>
            <a:off x="1143000" y="588840"/>
            <a:ext cx="9905998" cy="1478570"/>
          </a:xfrm>
        </p:spPr>
        <p:txBody>
          <a:bodyPr vert="horz" lIns="91440" tIns="45720" rIns="91440" bIns="45720" rtlCol="0" anchor="ctr">
            <a:normAutofit/>
          </a:bodyPr>
          <a:lstStyle/>
          <a:p>
            <a:r>
              <a:rPr lang="en-US" b="1" dirty="0"/>
              <a:t>How Machine Learns ?</a:t>
            </a:r>
          </a:p>
        </p:txBody>
      </p:sp>
      <p:sp>
        <p:nvSpPr>
          <p:cNvPr id="4" name="Slide Number Placeholder 3">
            <a:extLst>
              <a:ext uri="{FF2B5EF4-FFF2-40B4-BE49-F238E27FC236}">
                <a16:creationId xmlns:a16="http://schemas.microsoft.com/office/drawing/2014/main" id="{1DAD88EC-1EAF-AB0F-50BC-2C52F1156B68}"/>
              </a:ext>
            </a:extLst>
          </p:cNvPr>
          <p:cNvSpPr>
            <a:spLocks noGrp="1"/>
          </p:cNvSpPr>
          <p:nvPr>
            <p:ph type="sldNum" sz="quarter" idx="12"/>
          </p:nvPr>
        </p:nvSpPr>
        <p:spPr>
          <a:xfrm>
            <a:off x="10277908" y="5837554"/>
            <a:ext cx="771089" cy="365125"/>
          </a:xfrm>
        </p:spPr>
        <p:txBody>
          <a:bodyPr vert="horz" lIns="91440" tIns="45720" rIns="91440" bIns="45720" rtlCol="0" anchor="ctr">
            <a:normAutofit/>
          </a:bodyPr>
          <a:lstStyle/>
          <a:p>
            <a:pPr defTabSz="457200">
              <a:spcAft>
                <a:spcPts val="600"/>
              </a:spcAft>
            </a:pPr>
            <a:fld id="{34B7E4EF-A1BD-40F4-AB7B-04F084DD991D}" type="slidenum">
              <a:rPr lang="en-US" b="1" kern="1200" dirty="0">
                <a:solidFill>
                  <a:schemeClr val="tx1">
                    <a:tint val="75000"/>
                  </a:schemeClr>
                </a:solidFill>
                <a:latin typeface="+mn-lt"/>
                <a:ea typeface="+mn-ea"/>
                <a:cs typeface="+mn-cs"/>
              </a:rPr>
              <a:pPr defTabSz="457200">
                <a:spcAft>
                  <a:spcPts val="600"/>
                </a:spcAft>
              </a:pPr>
              <a:t>5</a:t>
            </a:fld>
            <a:endParaRPr lang="en-US" b="1" kern="1200" dirty="0">
              <a:solidFill>
                <a:schemeClr val="tx1">
                  <a:tint val="75000"/>
                </a:schemeClr>
              </a:solidFill>
              <a:latin typeface="+mn-lt"/>
              <a:ea typeface="+mn-ea"/>
              <a:cs typeface="+mn-cs"/>
            </a:endParaRPr>
          </a:p>
        </p:txBody>
      </p:sp>
      <p:graphicFrame>
        <p:nvGraphicFramePr>
          <p:cNvPr id="8" name="TextBox 5">
            <a:extLst>
              <a:ext uri="{FF2B5EF4-FFF2-40B4-BE49-F238E27FC236}">
                <a16:creationId xmlns:a16="http://schemas.microsoft.com/office/drawing/2014/main" id="{FF8FA624-3F11-97CE-3371-710C346D21D3}"/>
              </a:ext>
            </a:extLst>
          </p:cNvPr>
          <p:cNvGraphicFramePr/>
          <p:nvPr>
            <p:extLst>
              <p:ext uri="{D42A27DB-BD31-4B8C-83A1-F6EECF244321}">
                <p14:modId xmlns:p14="http://schemas.microsoft.com/office/powerpoint/2010/main" val="1954595846"/>
              </p:ext>
            </p:extLst>
          </p:nvPr>
        </p:nvGraphicFramePr>
        <p:xfrm>
          <a:off x="1143000" y="2389142"/>
          <a:ext cx="9906000" cy="425229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398712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183EFD-98A9-B53D-87B0-79F4D10CAAF2}"/>
              </a:ext>
            </a:extLst>
          </p:cNvPr>
          <p:cNvSpPr>
            <a:spLocks noGrp="1"/>
          </p:cNvSpPr>
          <p:nvPr>
            <p:ph type="title"/>
          </p:nvPr>
        </p:nvSpPr>
        <p:spPr>
          <a:xfrm>
            <a:off x="853330" y="1134681"/>
            <a:ext cx="2743310" cy="4255025"/>
          </a:xfrm>
        </p:spPr>
        <p:txBody>
          <a:bodyPr vert="horz" lIns="91440" tIns="45720" rIns="91440" bIns="45720" rtlCol="0" anchor="ctr">
            <a:normAutofit/>
          </a:bodyPr>
          <a:lstStyle/>
          <a:p>
            <a:r>
              <a:rPr lang="en-US" dirty="0">
                <a:solidFill>
                  <a:srgbClr val="FFFFFF"/>
                </a:solidFill>
              </a:rPr>
              <a:t>Different types of models</a:t>
            </a:r>
          </a:p>
        </p:txBody>
      </p:sp>
      <p:sp>
        <p:nvSpPr>
          <p:cNvPr id="4" name="Slide Number Placeholder 3">
            <a:extLst>
              <a:ext uri="{FF2B5EF4-FFF2-40B4-BE49-F238E27FC236}">
                <a16:creationId xmlns:a16="http://schemas.microsoft.com/office/drawing/2014/main" id="{6FBFB159-4DF7-A14D-ED6E-A0355348D136}"/>
              </a:ext>
            </a:extLst>
          </p:cNvPr>
          <p:cNvSpPr>
            <a:spLocks noGrp="1"/>
          </p:cNvSpPr>
          <p:nvPr>
            <p:ph type="sldNum" sz="quarter" idx="12"/>
          </p:nvPr>
        </p:nvSpPr>
        <p:spPr>
          <a:xfrm>
            <a:off x="10357217" y="5883274"/>
            <a:ext cx="690193" cy="365125"/>
          </a:xfrm>
        </p:spPr>
        <p:txBody>
          <a:bodyPr vert="horz" lIns="91440" tIns="45720" rIns="91440" bIns="45720" rtlCol="0" anchor="ctr">
            <a:normAutofit/>
          </a:bodyPr>
          <a:lstStyle/>
          <a:p>
            <a:pPr defTabSz="457200">
              <a:spcAft>
                <a:spcPts val="600"/>
              </a:spcAft>
            </a:pPr>
            <a:fld id="{34B7E4EF-A1BD-40F4-AB7B-04F084DD991D}" type="slidenum">
              <a:rPr lang="en-US" kern="1200">
                <a:solidFill>
                  <a:schemeClr val="tx1">
                    <a:lumMod val="85000"/>
                    <a:lumOff val="15000"/>
                  </a:schemeClr>
                </a:solidFill>
                <a:latin typeface="+mn-lt"/>
                <a:ea typeface="+mn-ea"/>
                <a:cs typeface="+mn-cs"/>
              </a:rPr>
              <a:pPr defTabSz="457200">
                <a:spcAft>
                  <a:spcPts val="600"/>
                </a:spcAft>
              </a:pPr>
              <a:t>6</a:t>
            </a:fld>
            <a:endParaRPr lang="en-US" kern="1200">
              <a:solidFill>
                <a:schemeClr val="tx1">
                  <a:lumMod val="85000"/>
                  <a:lumOff val="15000"/>
                </a:schemeClr>
              </a:solidFill>
              <a:latin typeface="+mn-lt"/>
              <a:ea typeface="+mn-ea"/>
              <a:cs typeface="+mn-cs"/>
            </a:endParaRPr>
          </a:p>
        </p:txBody>
      </p:sp>
      <p:graphicFrame>
        <p:nvGraphicFramePr>
          <p:cNvPr id="8" name="TextBox 5">
            <a:extLst>
              <a:ext uri="{FF2B5EF4-FFF2-40B4-BE49-F238E27FC236}">
                <a16:creationId xmlns:a16="http://schemas.microsoft.com/office/drawing/2014/main" id="{A7F00CB1-1DA7-A8A1-8CB5-75C5EC9DDF8B}"/>
              </a:ext>
            </a:extLst>
          </p:cNvPr>
          <p:cNvGraphicFramePr/>
          <p:nvPr/>
        </p:nvGraphicFramePr>
        <p:xfrm>
          <a:off x="4662189" y="1134682"/>
          <a:ext cx="6692748" cy="42550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885521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FDFDF6-01CB-262D-1007-04B9E7A241F0}"/>
              </a:ext>
            </a:extLst>
          </p:cNvPr>
          <p:cNvSpPr>
            <a:spLocks noGrp="1"/>
          </p:cNvSpPr>
          <p:nvPr>
            <p:ph type="title"/>
          </p:nvPr>
        </p:nvSpPr>
        <p:spPr/>
        <p:txBody>
          <a:bodyPr/>
          <a:lstStyle/>
          <a:p>
            <a:r>
              <a:rPr lang="en-US" dirty="0"/>
              <a:t>Abstraction</a:t>
            </a:r>
          </a:p>
        </p:txBody>
      </p:sp>
      <p:sp>
        <p:nvSpPr>
          <p:cNvPr id="4" name="Slide Number Placeholder 3">
            <a:extLst>
              <a:ext uri="{FF2B5EF4-FFF2-40B4-BE49-F238E27FC236}">
                <a16:creationId xmlns:a16="http://schemas.microsoft.com/office/drawing/2014/main" id="{CA721FA7-63A9-E6A1-8F26-552B779DB9E2}"/>
              </a:ext>
            </a:extLst>
          </p:cNvPr>
          <p:cNvSpPr>
            <a:spLocks noGrp="1"/>
          </p:cNvSpPr>
          <p:nvPr>
            <p:ph type="sldNum" sz="quarter" idx="12"/>
          </p:nvPr>
        </p:nvSpPr>
        <p:spPr/>
        <p:txBody>
          <a:bodyPr/>
          <a:lstStyle/>
          <a:p>
            <a:fld id="{34B7E4EF-A1BD-40F4-AB7B-04F084DD991D}" type="slidenum">
              <a:rPr lang="en-US" smtClean="0"/>
              <a:t>7</a:t>
            </a:fld>
            <a:endParaRPr lang="en-US"/>
          </a:p>
        </p:txBody>
      </p:sp>
      <p:sp>
        <p:nvSpPr>
          <p:cNvPr id="6" name="TextBox 5">
            <a:extLst>
              <a:ext uri="{FF2B5EF4-FFF2-40B4-BE49-F238E27FC236}">
                <a16:creationId xmlns:a16="http://schemas.microsoft.com/office/drawing/2014/main" id="{A4C6CF3C-E9C1-BB16-6F36-7765B87A587D}"/>
              </a:ext>
            </a:extLst>
          </p:cNvPr>
          <p:cNvSpPr txBox="1"/>
          <p:nvPr/>
        </p:nvSpPr>
        <p:spPr>
          <a:xfrm>
            <a:off x="1141412" y="2097088"/>
            <a:ext cx="9905997" cy="1015663"/>
          </a:xfrm>
          <a:prstGeom prst="rect">
            <a:avLst/>
          </a:prstGeom>
          <a:noFill/>
        </p:spPr>
        <p:txBody>
          <a:bodyPr wrap="square">
            <a:spAutoFit/>
          </a:bodyPr>
          <a:lstStyle/>
          <a:p>
            <a:pPr marL="342900" indent="-342900" algn="just">
              <a:buFont typeface="Arial" panose="020B0604020202020204" pitchFamily="34" charset="0"/>
              <a:buChar char="•"/>
            </a:pPr>
            <a:r>
              <a:rPr lang="en-US" sz="20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The process of fitting a model to a dataset is known as </a:t>
            </a:r>
            <a:r>
              <a:rPr lang="en-US" sz="2000" b="1" dirty="0">
                <a:solidFill>
                  <a:srgbClr val="FFFF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training</a:t>
            </a:r>
            <a:r>
              <a:rPr lang="en-US" sz="20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When the model has been trained, the data is transformed into an abstract form that summarizes the original information.</a:t>
            </a:r>
          </a:p>
        </p:txBody>
      </p:sp>
      <p:sp>
        <p:nvSpPr>
          <p:cNvPr id="9" name="Rectangle: Rounded Corners 8">
            <a:extLst>
              <a:ext uri="{FF2B5EF4-FFF2-40B4-BE49-F238E27FC236}">
                <a16:creationId xmlns:a16="http://schemas.microsoft.com/office/drawing/2014/main" id="{3C8222B0-D013-30C4-FE26-700B1CA3122F}"/>
              </a:ext>
            </a:extLst>
          </p:cNvPr>
          <p:cNvSpPr/>
          <p:nvPr/>
        </p:nvSpPr>
        <p:spPr>
          <a:xfrm>
            <a:off x="2117512" y="3323539"/>
            <a:ext cx="7953795" cy="782982"/>
          </a:xfrm>
          <a:prstGeom prst="round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just"/>
            <a:r>
              <a:rPr lang="en-US" b="1" dirty="0"/>
              <a:t>Note ! You might wonder why this step is called training rather than learning.</a:t>
            </a:r>
          </a:p>
        </p:txBody>
      </p:sp>
      <p:sp>
        <p:nvSpPr>
          <p:cNvPr id="13" name="TextBox 12">
            <a:extLst>
              <a:ext uri="{FF2B5EF4-FFF2-40B4-BE49-F238E27FC236}">
                <a16:creationId xmlns:a16="http://schemas.microsoft.com/office/drawing/2014/main" id="{073B6A20-FED3-51D0-3B1F-80739E72E876}"/>
              </a:ext>
            </a:extLst>
          </p:cNvPr>
          <p:cNvSpPr txBox="1"/>
          <p:nvPr/>
        </p:nvSpPr>
        <p:spPr>
          <a:xfrm>
            <a:off x="1141412" y="4260738"/>
            <a:ext cx="9905996" cy="707886"/>
          </a:xfrm>
          <a:prstGeom prst="rect">
            <a:avLst/>
          </a:prstGeom>
          <a:noFill/>
        </p:spPr>
        <p:txBody>
          <a:bodyPr wrap="square">
            <a:spAutoFit/>
          </a:bodyPr>
          <a:lstStyle/>
          <a:p>
            <a:pPr marL="285750" indent="-285750" algn="just">
              <a:buFont typeface="Wingdings" panose="05000000000000000000" pitchFamily="2" charset="2"/>
              <a:buChar char="q"/>
            </a:pPr>
            <a:r>
              <a:rPr lang="en-US"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First</a:t>
            </a:r>
            <a:r>
              <a:rPr lang="en-US" sz="20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note that the process of learning does not end with data abstraction; the learner must still generalize and evaluate its training.</a:t>
            </a:r>
          </a:p>
        </p:txBody>
      </p:sp>
      <p:sp>
        <p:nvSpPr>
          <p:cNvPr id="15" name="TextBox 14">
            <a:extLst>
              <a:ext uri="{FF2B5EF4-FFF2-40B4-BE49-F238E27FC236}">
                <a16:creationId xmlns:a16="http://schemas.microsoft.com/office/drawing/2014/main" id="{FC5587F9-C3E2-FD67-6A16-00A71C7EC8F9}"/>
              </a:ext>
            </a:extLst>
          </p:cNvPr>
          <p:cNvSpPr txBox="1"/>
          <p:nvPr/>
        </p:nvSpPr>
        <p:spPr>
          <a:xfrm>
            <a:off x="1141412" y="5122841"/>
            <a:ext cx="9905996" cy="707886"/>
          </a:xfrm>
          <a:prstGeom prst="rect">
            <a:avLst/>
          </a:prstGeom>
          <a:noFill/>
        </p:spPr>
        <p:txBody>
          <a:bodyPr wrap="square">
            <a:spAutoFit/>
          </a:bodyPr>
          <a:lstStyle/>
          <a:p>
            <a:pPr marL="285750" indent="-285750" algn="just">
              <a:buFont typeface="Wingdings" panose="05000000000000000000" pitchFamily="2" charset="2"/>
              <a:buChar char="q"/>
            </a:pPr>
            <a:r>
              <a:rPr lang="en-US"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Second</a:t>
            </a:r>
            <a:r>
              <a:rPr lang="en-US" sz="20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the word training better connotes the fact that the human teacher trains the machine student to understand the data in a specific way.</a:t>
            </a:r>
          </a:p>
        </p:txBody>
      </p:sp>
    </p:spTree>
    <p:extLst>
      <p:ext uri="{BB962C8B-B14F-4D97-AF65-F5344CB8AC3E}">
        <p14:creationId xmlns:p14="http://schemas.microsoft.com/office/powerpoint/2010/main" val="34866453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09FAA0-D2B8-029F-62FD-F2671DB15CA1}"/>
              </a:ext>
            </a:extLst>
          </p:cNvPr>
          <p:cNvSpPr>
            <a:spLocks noGrp="1"/>
          </p:cNvSpPr>
          <p:nvPr>
            <p:ph type="title"/>
          </p:nvPr>
        </p:nvSpPr>
        <p:spPr/>
        <p:txBody>
          <a:bodyPr/>
          <a:lstStyle/>
          <a:p>
            <a:r>
              <a:rPr lang="en-US" dirty="0"/>
              <a:t>Generalization</a:t>
            </a:r>
          </a:p>
        </p:txBody>
      </p:sp>
      <p:sp>
        <p:nvSpPr>
          <p:cNvPr id="4" name="Slide Number Placeholder 3">
            <a:extLst>
              <a:ext uri="{FF2B5EF4-FFF2-40B4-BE49-F238E27FC236}">
                <a16:creationId xmlns:a16="http://schemas.microsoft.com/office/drawing/2014/main" id="{5D3DA534-9304-3764-C992-51E62BE28504}"/>
              </a:ext>
            </a:extLst>
          </p:cNvPr>
          <p:cNvSpPr>
            <a:spLocks noGrp="1"/>
          </p:cNvSpPr>
          <p:nvPr>
            <p:ph type="sldNum" sz="quarter" idx="12"/>
          </p:nvPr>
        </p:nvSpPr>
        <p:spPr/>
        <p:txBody>
          <a:bodyPr/>
          <a:lstStyle/>
          <a:p>
            <a:fld id="{34B7E4EF-A1BD-40F4-AB7B-04F084DD991D}" type="slidenum">
              <a:rPr lang="en-US" smtClean="0"/>
              <a:t>8</a:t>
            </a:fld>
            <a:endParaRPr lang="en-US"/>
          </a:p>
        </p:txBody>
      </p:sp>
      <p:sp>
        <p:nvSpPr>
          <p:cNvPr id="6" name="TextBox 5">
            <a:extLst>
              <a:ext uri="{FF2B5EF4-FFF2-40B4-BE49-F238E27FC236}">
                <a16:creationId xmlns:a16="http://schemas.microsoft.com/office/drawing/2014/main" id="{6C290A62-6527-F06F-BE86-3E6A35BD0709}"/>
              </a:ext>
            </a:extLst>
          </p:cNvPr>
          <p:cNvSpPr txBox="1"/>
          <p:nvPr/>
        </p:nvSpPr>
        <p:spPr>
          <a:xfrm>
            <a:off x="1141412" y="2097088"/>
            <a:ext cx="9905997" cy="1015663"/>
          </a:xfrm>
          <a:prstGeom prst="rect">
            <a:avLst/>
          </a:prstGeom>
          <a:noFill/>
        </p:spPr>
        <p:txBody>
          <a:bodyPr wrap="square">
            <a:spAutoFit/>
          </a:bodyPr>
          <a:lstStyle/>
          <a:p>
            <a:pPr marL="285750" indent="-285750" algn="just">
              <a:buFont typeface="Arial" panose="020B0604020202020204" pitchFamily="34" charset="0"/>
              <a:buChar char="•"/>
            </a:pPr>
            <a:r>
              <a:rPr lang="en-US" sz="20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The term </a:t>
            </a:r>
            <a:r>
              <a:rPr lang="en-US"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generalization</a:t>
            </a:r>
            <a:r>
              <a:rPr lang="en-US" sz="20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describes the process of turning abstracted knowledge into a form that can be utilized for future action, on tasks that are similar, but not identical, to those it has seen before.</a:t>
            </a:r>
          </a:p>
        </p:txBody>
      </p:sp>
      <p:sp>
        <p:nvSpPr>
          <p:cNvPr id="8" name="TextBox 7">
            <a:extLst>
              <a:ext uri="{FF2B5EF4-FFF2-40B4-BE49-F238E27FC236}">
                <a16:creationId xmlns:a16="http://schemas.microsoft.com/office/drawing/2014/main" id="{47C3F1F9-53D9-B99C-0382-3896ED20AE8D}"/>
              </a:ext>
            </a:extLst>
          </p:cNvPr>
          <p:cNvSpPr txBox="1"/>
          <p:nvPr/>
        </p:nvSpPr>
        <p:spPr>
          <a:xfrm>
            <a:off x="1141412" y="3282295"/>
            <a:ext cx="9905996" cy="707886"/>
          </a:xfrm>
          <a:prstGeom prst="rect">
            <a:avLst/>
          </a:prstGeom>
          <a:noFill/>
        </p:spPr>
        <p:txBody>
          <a:bodyPr wrap="square">
            <a:spAutoFit/>
          </a:bodyPr>
          <a:lstStyle/>
          <a:p>
            <a:pPr marL="285750" indent="-285750" algn="just">
              <a:buFont typeface="Arial" panose="020B0604020202020204" pitchFamily="34" charset="0"/>
              <a:buChar char="•"/>
            </a:pPr>
            <a:r>
              <a:rPr lang="en-US" sz="20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In </a:t>
            </a:r>
            <a:r>
              <a:rPr lang="en-US"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generalization</a:t>
            </a:r>
            <a:r>
              <a:rPr lang="en-US" sz="20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the learner is tasked with limiting the patterns it discovers to only those that will be most relevant to its future tasks.</a:t>
            </a:r>
          </a:p>
        </p:txBody>
      </p:sp>
      <p:sp>
        <p:nvSpPr>
          <p:cNvPr id="10" name="TextBox 9">
            <a:extLst>
              <a:ext uri="{FF2B5EF4-FFF2-40B4-BE49-F238E27FC236}">
                <a16:creationId xmlns:a16="http://schemas.microsoft.com/office/drawing/2014/main" id="{4714080F-0FDD-2179-3E5F-1DD1A48A54CC}"/>
              </a:ext>
            </a:extLst>
          </p:cNvPr>
          <p:cNvSpPr txBox="1"/>
          <p:nvPr/>
        </p:nvSpPr>
        <p:spPr>
          <a:xfrm>
            <a:off x="1141412" y="4310312"/>
            <a:ext cx="9905996" cy="707886"/>
          </a:xfrm>
          <a:prstGeom prst="rect">
            <a:avLst/>
          </a:prstGeom>
          <a:noFill/>
        </p:spPr>
        <p:txBody>
          <a:bodyPr wrap="square">
            <a:spAutoFit/>
          </a:bodyPr>
          <a:lstStyle/>
          <a:p>
            <a:pPr marL="342900" indent="-342900" algn="just">
              <a:buFont typeface="Arial" panose="020B0604020202020204" pitchFamily="34" charset="0"/>
              <a:buChar char="•"/>
            </a:pPr>
            <a:r>
              <a:rPr lang="en-US" sz="20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The algorithm is said to have a bias if the conclusions are systematically erroneous, or wrong in a predictable manner.</a:t>
            </a:r>
          </a:p>
        </p:txBody>
      </p:sp>
      <p:pic>
        <p:nvPicPr>
          <p:cNvPr id="12" name="Picture 11">
            <a:extLst>
              <a:ext uri="{FF2B5EF4-FFF2-40B4-BE49-F238E27FC236}">
                <a16:creationId xmlns:a16="http://schemas.microsoft.com/office/drawing/2014/main" id="{45F3E20F-4E6B-121C-FC2A-427B80743D1D}"/>
              </a:ext>
            </a:extLst>
          </p:cNvPr>
          <p:cNvPicPr>
            <a:picLocks noChangeAspect="1"/>
          </p:cNvPicPr>
          <p:nvPr/>
        </p:nvPicPr>
        <p:blipFill>
          <a:blip r:embed="rId2"/>
          <a:stretch>
            <a:fillRect/>
          </a:stretch>
        </p:blipFill>
        <p:spPr>
          <a:xfrm>
            <a:off x="5367055" y="5325983"/>
            <a:ext cx="4048690" cy="1114581"/>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40123494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9ED7DF-B408-0EDC-DFB2-DDE4F82C3071}"/>
              </a:ext>
            </a:extLst>
          </p:cNvPr>
          <p:cNvSpPr>
            <a:spLocks noGrp="1"/>
          </p:cNvSpPr>
          <p:nvPr>
            <p:ph type="title"/>
          </p:nvPr>
        </p:nvSpPr>
        <p:spPr/>
        <p:txBody>
          <a:bodyPr/>
          <a:lstStyle/>
          <a:p>
            <a:r>
              <a:rPr lang="en-US" dirty="0"/>
              <a:t>Evaluation</a:t>
            </a:r>
          </a:p>
        </p:txBody>
      </p:sp>
      <p:sp>
        <p:nvSpPr>
          <p:cNvPr id="4" name="Slide Number Placeholder 3">
            <a:extLst>
              <a:ext uri="{FF2B5EF4-FFF2-40B4-BE49-F238E27FC236}">
                <a16:creationId xmlns:a16="http://schemas.microsoft.com/office/drawing/2014/main" id="{B71FEDBB-3AB3-B722-4C20-3C51F77E8A1F}"/>
              </a:ext>
            </a:extLst>
          </p:cNvPr>
          <p:cNvSpPr>
            <a:spLocks noGrp="1"/>
          </p:cNvSpPr>
          <p:nvPr>
            <p:ph type="sldNum" sz="quarter" idx="12"/>
          </p:nvPr>
        </p:nvSpPr>
        <p:spPr/>
        <p:txBody>
          <a:bodyPr/>
          <a:lstStyle/>
          <a:p>
            <a:fld id="{34B7E4EF-A1BD-40F4-AB7B-04F084DD991D}" type="slidenum">
              <a:rPr lang="en-US" smtClean="0"/>
              <a:t>9</a:t>
            </a:fld>
            <a:endParaRPr lang="en-US"/>
          </a:p>
        </p:txBody>
      </p:sp>
      <p:sp>
        <p:nvSpPr>
          <p:cNvPr id="8" name="TextBox 7">
            <a:extLst>
              <a:ext uri="{FF2B5EF4-FFF2-40B4-BE49-F238E27FC236}">
                <a16:creationId xmlns:a16="http://schemas.microsoft.com/office/drawing/2014/main" id="{0A55AF6E-E673-45B9-D685-30D78FC1D09C}"/>
              </a:ext>
            </a:extLst>
          </p:cNvPr>
          <p:cNvSpPr txBox="1"/>
          <p:nvPr/>
        </p:nvSpPr>
        <p:spPr>
          <a:xfrm>
            <a:off x="1002516" y="2282324"/>
            <a:ext cx="9905997" cy="1015663"/>
          </a:xfrm>
          <a:prstGeom prst="rect">
            <a:avLst/>
          </a:prstGeom>
          <a:noFill/>
        </p:spPr>
        <p:txBody>
          <a:bodyPr wrap="square">
            <a:spAutoFit/>
          </a:bodyPr>
          <a:lstStyle/>
          <a:p>
            <a:pPr marL="342900" indent="-342900" algn="just">
              <a:buFont typeface="Arial" panose="020B0604020202020204" pitchFamily="34" charset="0"/>
              <a:buChar char="•"/>
            </a:pPr>
            <a:r>
              <a:rPr lang="en-US" sz="20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Therefore, the final step in the generalization process is to </a:t>
            </a:r>
            <a:r>
              <a:rPr lang="en-US"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evaluate or measure </a:t>
            </a:r>
            <a:r>
              <a:rPr lang="en-US" sz="20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the learner’s success in spite of its biases and use this information to inform additional training if needed.</a:t>
            </a:r>
          </a:p>
        </p:txBody>
      </p:sp>
      <p:sp>
        <p:nvSpPr>
          <p:cNvPr id="11" name="TextBox 10">
            <a:extLst>
              <a:ext uri="{FF2B5EF4-FFF2-40B4-BE49-F238E27FC236}">
                <a16:creationId xmlns:a16="http://schemas.microsoft.com/office/drawing/2014/main" id="{3225B46A-C8BB-3307-E57F-2F96F806ADC1}"/>
              </a:ext>
            </a:extLst>
          </p:cNvPr>
          <p:cNvSpPr txBox="1"/>
          <p:nvPr/>
        </p:nvSpPr>
        <p:spPr>
          <a:xfrm>
            <a:off x="1143002" y="3631374"/>
            <a:ext cx="9905996" cy="1015663"/>
          </a:xfrm>
          <a:prstGeom prst="rect">
            <a:avLst/>
          </a:prstGeom>
          <a:noFill/>
        </p:spPr>
        <p:txBody>
          <a:bodyPr wrap="square">
            <a:spAutoFit/>
          </a:bodyPr>
          <a:lstStyle/>
          <a:p>
            <a:pPr marL="285750" indent="-285750" algn="just">
              <a:buFont typeface="Arial" panose="020B0604020202020204" pitchFamily="34" charset="0"/>
              <a:buChar char="•"/>
            </a:pPr>
            <a:r>
              <a:rPr lang="en-US" sz="20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Generally, evaluation occurs after a model has been trained on an initial training dataset. Then, the model is </a:t>
            </a:r>
            <a:r>
              <a:rPr lang="en-US" sz="2000" b="1" dirty="0">
                <a:solidFill>
                  <a:srgbClr val="FFFF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evaluated on a new test dataset </a:t>
            </a:r>
            <a:r>
              <a:rPr lang="en-US" sz="20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in order to judge how well its characterization of the training data generalizes to new, </a:t>
            </a:r>
            <a:r>
              <a:rPr lang="en-US" sz="2000" b="1" dirty="0">
                <a:solidFill>
                  <a:srgbClr val="FFFF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unseen data</a:t>
            </a:r>
            <a:r>
              <a:rPr lang="en-US" sz="20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7125037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88CF68-E7EE-3038-F2A8-A5A64C59AC85}"/>
              </a:ext>
            </a:extLst>
          </p:cNvPr>
          <p:cNvSpPr>
            <a:spLocks noGrp="1"/>
          </p:cNvSpPr>
          <p:nvPr>
            <p:ph type="title"/>
          </p:nvPr>
        </p:nvSpPr>
        <p:spPr>
          <a:xfrm>
            <a:off x="855266" y="618518"/>
            <a:ext cx="2851417" cy="1478570"/>
          </a:xfrm>
        </p:spPr>
        <p:txBody>
          <a:bodyPr vert="horz" lIns="91440" tIns="45720" rIns="91440" bIns="45720" rtlCol="0" anchor="ctr">
            <a:normAutofit/>
          </a:bodyPr>
          <a:lstStyle/>
          <a:p>
            <a:r>
              <a:rPr lang="en-US" sz="3200" dirty="0">
                <a:solidFill>
                  <a:srgbClr val="FFFFFF"/>
                </a:solidFill>
              </a:rPr>
              <a:t>Evaluation (Cont.)</a:t>
            </a:r>
          </a:p>
        </p:txBody>
      </p:sp>
      <p:sp>
        <p:nvSpPr>
          <p:cNvPr id="4" name="Slide Number Placeholder 3">
            <a:extLst>
              <a:ext uri="{FF2B5EF4-FFF2-40B4-BE49-F238E27FC236}">
                <a16:creationId xmlns:a16="http://schemas.microsoft.com/office/drawing/2014/main" id="{47D8921B-5174-75C9-AF60-DDA4BB7DB1DC}"/>
              </a:ext>
            </a:extLst>
          </p:cNvPr>
          <p:cNvSpPr>
            <a:spLocks noGrp="1"/>
          </p:cNvSpPr>
          <p:nvPr>
            <p:ph type="sldNum" sz="quarter" idx="12"/>
          </p:nvPr>
        </p:nvSpPr>
        <p:spPr>
          <a:xfrm>
            <a:off x="10784734" y="6353462"/>
            <a:ext cx="771089" cy="365125"/>
          </a:xfrm>
        </p:spPr>
        <p:txBody>
          <a:bodyPr vert="horz" lIns="91440" tIns="45720" rIns="91440" bIns="45720" rtlCol="0" anchor="ctr">
            <a:normAutofit/>
          </a:bodyPr>
          <a:lstStyle/>
          <a:p>
            <a:pPr>
              <a:spcAft>
                <a:spcPts val="600"/>
              </a:spcAft>
            </a:pPr>
            <a:fld id="{34B7E4EF-A1BD-40F4-AB7B-04F084DD991D}" type="slidenum">
              <a:rPr lang="en-US">
                <a:solidFill>
                  <a:schemeClr val="tx1"/>
                </a:solidFill>
              </a:rPr>
              <a:pPr>
                <a:spcAft>
                  <a:spcPts val="600"/>
                </a:spcAft>
              </a:pPr>
              <a:t>10</a:t>
            </a:fld>
            <a:endParaRPr lang="en-US">
              <a:solidFill>
                <a:schemeClr val="tx1"/>
              </a:solidFill>
            </a:endParaRPr>
          </a:p>
        </p:txBody>
      </p:sp>
      <p:sp>
        <p:nvSpPr>
          <p:cNvPr id="6" name="TextBox 5">
            <a:extLst>
              <a:ext uri="{FF2B5EF4-FFF2-40B4-BE49-F238E27FC236}">
                <a16:creationId xmlns:a16="http://schemas.microsoft.com/office/drawing/2014/main" id="{F80F5904-5338-E9AA-2008-896F28C12A38}"/>
              </a:ext>
            </a:extLst>
          </p:cNvPr>
          <p:cNvSpPr txBox="1"/>
          <p:nvPr/>
        </p:nvSpPr>
        <p:spPr>
          <a:xfrm>
            <a:off x="844620" y="2249487"/>
            <a:ext cx="2862444" cy="3957302"/>
          </a:xfrm>
          <a:prstGeom prst="rect">
            <a:avLst/>
          </a:prstGeom>
        </p:spPr>
        <p:txBody>
          <a:bodyPr vert="horz" lIns="91440" tIns="45720" rIns="91440" bIns="45720" rtlCol="0">
            <a:normAutofit/>
          </a:bodyPr>
          <a:lstStyle/>
          <a:p>
            <a:pPr indent="-228600" algn="just">
              <a:lnSpc>
                <a:spcPct val="120000"/>
              </a:lnSpc>
              <a:spcAft>
                <a:spcPts val="600"/>
              </a:spcAft>
              <a:buSzPct val="125000"/>
              <a:buFont typeface="Arial" panose="020B0604020202020204" pitchFamily="34" charset="0"/>
              <a:buChar char="•"/>
            </a:pPr>
            <a:r>
              <a:rPr lang="en-US" sz="2000" b="1" dirty="0">
                <a:solidFill>
                  <a:srgbClr val="FFFFFF"/>
                </a:solidFill>
                <a:effectLst>
                  <a:outerShdw blurRad="38100" dist="38100" dir="2700000" algn="tl">
                    <a:srgbClr val="000000">
                      <a:alpha val="43137"/>
                    </a:srgbClr>
                  </a:outerShdw>
                </a:effectLst>
              </a:rPr>
              <a:t>In parts, models fail to perfectly generalize due to the problem of noise, Noisy data is caused by seemingly random events, such as:</a:t>
            </a:r>
          </a:p>
        </p:txBody>
      </p:sp>
      <p:pic>
        <p:nvPicPr>
          <p:cNvPr id="8" name="Picture 7" descr="A close-up of text&#10;&#10;Description automatically generated">
            <a:extLst>
              <a:ext uri="{FF2B5EF4-FFF2-40B4-BE49-F238E27FC236}">
                <a16:creationId xmlns:a16="http://schemas.microsoft.com/office/drawing/2014/main" id="{4AC293F4-92C6-98F9-5867-D120F7416420}"/>
              </a:ext>
            </a:extLst>
          </p:cNvPr>
          <p:cNvPicPr>
            <a:picLocks noChangeAspect="1"/>
          </p:cNvPicPr>
          <p:nvPr/>
        </p:nvPicPr>
        <p:blipFill>
          <a:blip r:embed="rId2"/>
          <a:stretch>
            <a:fillRect/>
          </a:stretch>
        </p:blipFill>
        <p:spPr>
          <a:xfrm>
            <a:off x="4711778" y="2425806"/>
            <a:ext cx="6844045" cy="2001883"/>
          </a:xfrm>
          <a:prstGeom prst="rect">
            <a:avLst/>
          </a:prstGeom>
        </p:spPr>
      </p:pic>
      <p:sp>
        <p:nvSpPr>
          <p:cNvPr id="10" name="TextBox 9">
            <a:extLst>
              <a:ext uri="{FF2B5EF4-FFF2-40B4-BE49-F238E27FC236}">
                <a16:creationId xmlns:a16="http://schemas.microsoft.com/office/drawing/2014/main" id="{EFCC70E1-5590-DE7C-506E-8C8410FEF091}"/>
              </a:ext>
            </a:extLst>
          </p:cNvPr>
          <p:cNvSpPr txBox="1"/>
          <p:nvPr/>
        </p:nvSpPr>
        <p:spPr>
          <a:xfrm>
            <a:off x="5069857" y="5427028"/>
            <a:ext cx="6118860" cy="830997"/>
          </a:xfrm>
          <a:prstGeom prst="rect">
            <a:avLst/>
          </a:prstGeom>
          <a:noFill/>
        </p:spPr>
        <p:txBody>
          <a:bodyPr wrap="square">
            <a:spAutoFit/>
          </a:bodyPr>
          <a:lstStyle/>
          <a:p>
            <a:pPr algn="ctr"/>
            <a:r>
              <a:rPr lang="en-US" sz="2400" b="1" dirty="0">
                <a:solidFill>
                  <a:srgbClr val="FF0000"/>
                </a:solidFill>
              </a:rPr>
              <a:t>Trying to model noise is the basis of a problem called </a:t>
            </a:r>
            <a:r>
              <a:rPr lang="en-US" sz="2400" b="1" dirty="0">
                <a:solidFill>
                  <a:srgbClr val="FF0000"/>
                </a:solidFill>
                <a:effectLst>
                  <a:outerShdw blurRad="38100" dist="38100" dir="2700000" algn="tl">
                    <a:srgbClr val="000000">
                      <a:alpha val="43137"/>
                    </a:srgbClr>
                  </a:outerShdw>
                </a:effectLst>
              </a:rPr>
              <a:t>OVERFITTING !</a:t>
            </a:r>
            <a:endParaRPr lang="en-US" sz="2400" b="1" dirty="0">
              <a:solidFill>
                <a:srgbClr val="FF0000"/>
              </a:solidFill>
            </a:endParaRPr>
          </a:p>
        </p:txBody>
      </p:sp>
    </p:spTree>
    <p:extLst>
      <p:ext uri="{BB962C8B-B14F-4D97-AF65-F5344CB8AC3E}">
        <p14:creationId xmlns:p14="http://schemas.microsoft.com/office/powerpoint/2010/main" val="24154284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BFAF93-81E5-B2B2-C587-53A824ADE74E}"/>
              </a:ext>
            </a:extLst>
          </p:cNvPr>
          <p:cNvSpPr>
            <a:spLocks noGrp="1"/>
          </p:cNvSpPr>
          <p:nvPr>
            <p:ph type="title"/>
          </p:nvPr>
        </p:nvSpPr>
        <p:spPr>
          <a:xfrm>
            <a:off x="8057397" y="1113282"/>
            <a:ext cx="3489569" cy="3549206"/>
          </a:xfrm>
        </p:spPr>
        <p:txBody>
          <a:bodyPr vert="horz" lIns="91440" tIns="45720" rIns="91440" bIns="45720" rtlCol="0" anchor="b">
            <a:noAutofit/>
          </a:bodyPr>
          <a:lstStyle/>
          <a:p>
            <a:r>
              <a:rPr lang="en-US" dirty="0">
                <a:solidFill>
                  <a:srgbClr val="FFFFFF"/>
                </a:solidFill>
              </a:rPr>
              <a:t>Underfitting</a:t>
            </a:r>
            <a:br>
              <a:rPr lang="en-US" dirty="0">
                <a:solidFill>
                  <a:srgbClr val="FFFFFF"/>
                </a:solidFill>
              </a:rPr>
            </a:br>
            <a:r>
              <a:rPr lang="en-US" dirty="0">
                <a:solidFill>
                  <a:srgbClr val="FFFFFF"/>
                </a:solidFill>
              </a:rPr>
              <a:t>VS. </a:t>
            </a:r>
            <a:br>
              <a:rPr lang="en-US" dirty="0">
                <a:solidFill>
                  <a:srgbClr val="FFFFFF"/>
                </a:solidFill>
              </a:rPr>
            </a:br>
            <a:r>
              <a:rPr lang="en-US" dirty="0">
                <a:solidFill>
                  <a:srgbClr val="FFFFFF"/>
                </a:solidFill>
              </a:rPr>
              <a:t>Overfitting</a:t>
            </a:r>
            <a:br>
              <a:rPr lang="en-US" dirty="0">
                <a:solidFill>
                  <a:srgbClr val="FFFFFF"/>
                </a:solidFill>
              </a:rPr>
            </a:br>
            <a:r>
              <a:rPr lang="en-US" dirty="0">
                <a:solidFill>
                  <a:srgbClr val="FFFFFF"/>
                </a:solidFill>
              </a:rPr>
              <a:t>VS.</a:t>
            </a:r>
            <a:br>
              <a:rPr lang="en-US" dirty="0">
                <a:solidFill>
                  <a:srgbClr val="FFFFFF"/>
                </a:solidFill>
              </a:rPr>
            </a:br>
            <a:r>
              <a:rPr lang="en-US" dirty="0">
                <a:solidFill>
                  <a:srgbClr val="FFFFFF"/>
                </a:solidFill>
              </a:rPr>
              <a:t>Good Fitting</a:t>
            </a:r>
          </a:p>
        </p:txBody>
      </p:sp>
      <p:sp>
        <p:nvSpPr>
          <p:cNvPr id="4" name="Slide Number Placeholder 3">
            <a:extLst>
              <a:ext uri="{FF2B5EF4-FFF2-40B4-BE49-F238E27FC236}">
                <a16:creationId xmlns:a16="http://schemas.microsoft.com/office/drawing/2014/main" id="{B8F2F1EA-E9AA-C501-9AC4-806CC9EC0E4D}"/>
              </a:ext>
            </a:extLst>
          </p:cNvPr>
          <p:cNvSpPr>
            <a:spLocks noGrp="1"/>
          </p:cNvSpPr>
          <p:nvPr>
            <p:ph type="sldNum" sz="quarter" idx="12"/>
          </p:nvPr>
        </p:nvSpPr>
        <p:spPr>
          <a:xfrm>
            <a:off x="9896911" y="6309360"/>
            <a:ext cx="771089" cy="365125"/>
          </a:xfrm>
        </p:spPr>
        <p:txBody>
          <a:bodyPr vert="horz" lIns="91440" tIns="45720" rIns="91440" bIns="45720" rtlCol="0" anchor="ctr">
            <a:normAutofit/>
          </a:bodyPr>
          <a:lstStyle/>
          <a:p>
            <a:pPr>
              <a:spcAft>
                <a:spcPts val="600"/>
              </a:spcAft>
            </a:pPr>
            <a:fld id="{34B7E4EF-A1BD-40F4-AB7B-04F084DD991D}" type="slidenum">
              <a:rPr lang="en-US">
                <a:solidFill>
                  <a:srgbClr val="FFFFFF"/>
                </a:solidFill>
              </a:rPr>
              <a:pPr>
                <a:spcAft>
                  <a:spcPts val="600"/>
                </a:spcAft>
              </a:pPr>
              <a:t>11</a:t>
            </a:fld>
            <a:endParaRPr lang="en-US">
              <a:solidFill>
                <a:srgbClr val="FFFFFF"/>
              </a:solidFill>
            </a:endParaRPr>
          </a:p>
        </p:txBody>
      </p:sp>
      <p:pic>
        <p:nvPicPr>
          <p:cNvPr id="6" name="Picture 5" descr="A diagram of training and overfitting&#10;&#10;Description automatically generated">
            <a:extLst>
              <a:ext uri="{FF2B5EF4-FFF2-40B4-BE49-F238E27FC236}">
                <a16:creationId xmlns:a16="http://schemas.microsoft.com/office/drawing/2014/main" id="{171E7C0A-CCD8-8E61-1F4D-DE82B2EAFAEF}"/>
              </a:ext>
            </a:extLst>
          </p:cNvPr>
          <p:cNvPicPr>
            <a:picLocks noChangeAspect="1"/>
          </p:cNvPicPr>
          <p:nvPr/>
        </p:nvPicPr>
        <p:blipFill>
          <a:blip r:embed="rId2"/>
          <a:stretch>
            <a:fillRect/>
          </a:stretch>
        </p:blipFill>
        <p:spPr>
          <a:xfrm>
            <a:off x="1118988" y="1713787"/>
            <a:ext cx="6112382" cy="3422934"/>
          </a:xfrm>
          <a:prstGeom prst="rect">
            <a:avLst/>
          </a:prstGeom>
        </p:spPr>
      </p:pic>
    </p:spTree>
    <p:extLst>
      <p:ext uri="{BB962C8B-B14F-4D97-AF65-F5344CB8AC3E}">
        <p14:creationId xmlns:p14="http://schemas.microsoft.com/office/powerpoint/2010/main" val="41836528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3B9ADC-20AE-40BA-6D77-EBC09572FFF9}"/>
              </a:ext>
            </a:extLst>
          </p:cNvPr>
          <p:cNvSpPr>
            <a:spLocks noGrp="1"/>
          </p:cNvSpPr>
          <p:nvPr>
            <p:ph type="title"/>
          </p:nvPr>
        </p:nvSpPr>
        <p:spPr/>
        <p:txBody>
          <a:bodyPr/>
          <a:lstStyle/>
          <a:p>
            <a:r>
              <a:rPr lang="en-US" dirty="0"/>
              <a:t>Training Dataset</a:t>
            </a:r>
          </a:p>
        </p:txBody>
      </p:sp>
      <p:sp>
        <p:nvSpPr>
          <p:cNvPr id="4" name="Slide Number Placeholder 3">
            <a:extLst>
              <a:ext uri="{FF2B5EF4-FFF2-40B4-BE49-F238E27FC236}">
                <a16:creationId xmlns:a16="http://schemas.microsoft.com/office/drawing/2014/main" id="{3FB03D5E-496B-89E7-804B-824BE69A8404}"/>
              </a:ext>
            </a:extLst>
          </p:cNvPr>
          <p:cNvSpPr>
            <a:spLocks noGrp="1"/>
          </p:cNvSpPr>
          <p:nvPr>
            <p:ph type="sldNum" sz="quarter" idx="12"/>
          </p:nvPr>
        </p:nvSpPr>
        <p:spPr/>
        <p:txBody>
          <a:bodyPr/>
          <a:lstStyle/>
          <a:p>
            <a:fld id="{34B7E4EF-A1BD-40F4-AB7B-04F084DD991D}" type="slidenum">
              <a:rPr lang="en-US" smtClean="0"/>
              <a:t>12</a:t>
            </a:fld>
            <a:endParaRPr lang="en-US"/>
          </a:p>
        </p:txBody>
      </p:sp>
      <p:sp>
        <p:nvSpPr>
          <p:cNvPr id="6" name="TextBox 5">
            <a:extLst>
              <a:ext uri="{FF2B5EF4-FFF2-40B4-BE49-F238E27FC236}">
                <a16:creationId xmlns:a16="http://schemas.microsoft.com/office/drawing/2014/main" id="{242A302F-14C9-2ED1-354C-C92FC85C205F}"/>
              </a:ext>
            </a:extLst>
          </p:cNvPr>
          <p:cNvSpPr txBox="1"/>
          <p:nvPr/>
        </p:nvSpPr>
        <p:spPr>
          <a:xfrm>
            <a:off x="1141412" y="2097088"/>
            <a:ext cx="9905997" cy="1015663"/>
          </a:xfrm>
          <a:prstGeom prst="rect">
            <a:avLst/>
          </a:prstGeom>
          <a:noFill/>
        </p:spPr>
        <p:txBody>
          <a:bodyPr wrap="square">
            <a:spAutoFit/>
          </a:bodyPr>
          <a:lstStyle/>
          <a:p>
            <a:pPr marL="285750" indent="-285750" algn="just">
              <a:buFont typeface="Arial" panose="020B0604020202020204" pitchFamily="34" charset="0"/>
              <a:buChar char="•"/>
            </a:pPr>
            <a:r>
              <a:rPr lang="en-US" sz="20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The </a:t>
            </a:r>
            <a:r>
              <a:rPr lang="en-US"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training set </a:t>
            </a:r>
            <a:r>
              <a:rPr lang="en-US" sz="20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is the portion of the dataset that is used to train the machine learning model. It contains labeled examples (input data and corresponding target labels) that the model uses to learn the patterns and relationships in the data.</a:t>
            </a:r>
          </a:p>
        </p:txBody>
      </p:sp>
      <p:sp>
        <p:nvSpPr>
          <p:cNvPr id="8" name="TextBox 7">
            <a:extLst>
              <a:ext uri="{FF2B5EF4-FFF2-40B4-BE49-F238E27FC236}">
                <a16:creationId xmlns:a16="http://schemas.microsoft.com/office/drawing/2014/main" id="{54B870EC-9CE3-6805-A05B-E72792E42831}"/>
              </a:ext>
            </a:extLst>
          </p:cNvPr>
          <p:cNvSpPr txBox="1"/>
          <p:nvPr/>
        </p:nvSpPr>
        <p:spPr>
          <a:xfrm>
            <a:off x="1141411" y="3429000"/>
            <a:ext cx="9905997" cy="707886"/>
          </a:xfrm>
          <a:prstGeom prst="rect">
            <a:avLst/>
          </a:prstGeom>
          <a:noFill/>
        </p:spPr>
        <p:txBody>
          <a:bodyPr wrap="square">
            <a:spAutoFit/>
          </a:bodyPr>
          <a:lstStyle/>
          <a:p>
            <a:pPr marL="285750" indent="-285750" algn="just">
              <a:buFont typeface="Arial" panose="020B0604020202020204" pitchFamily="34" charset="0"/>
              <a:buChar char="•"/>
            </a:pPr>
            <a:r>
              <a:rPr lang="en-US" sz="20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The goal is for the model to generalize from the training data and capture the underlying patterns so that it can make accurate predictions on new, unseen data.</a:t>
            </a:r>
          </a:p>
        </p:txBody>
      </p:sp>
    </p:spTree>
    <p:extLst>
      <p:ext uri="{BB962C8B-B14F-4D97-AF65-F5344CB8AC3E}">
        <p14:creationId xmlns:p14="http://schemas.microsoft.com/office/powerpoint/2010/main" val="10527877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0C313E-D55B-C71A-0323-3238CBEF6F35}"/>
              </a:ext>
            </a:extLst>
          </p:cNvPr>
          <p:cNvSpPr>
            <a:spLocks noGrp="1"/>
          </p:cNvSpPr>
          <p:nvPr>
            <p:ph type="title"/>
          </p:nvPr>
        </p:nvSpPr>
        <p:spPr/>
        <p:txBody>
          <a:bodyPr/>
          <a:lstStyle/>
          <a:p>
            <a:r>
              <a:rPr lang="en-US" dirty="0"/>
              <a:t>Validation Dataset</a:t>
            </a:r>
          </a:p>
        </p:txBody>
      </p:sp>
      <p:sp>
        <p:nvSpPr>
          <p:cNvPr id="4" name="Slide Number Placeholder 3">
            <a:extLst>
              <a:ext uri="{FF2B5EF4-FFF2-40B4-BE49-F238E27FC236}">
                <a16:creationId xmlns:a16="http://schemas.microsoft.com/office/drawing/2014/main" id="{39D17591-1D6E-EC9C-749F-93F006F53DDB}"/>
              </a:ext>
            </a:extLst>
          </p:cNvPr>
          <p:cNvSpPr>
            <a:spLocks noGrp="1"/>
          </p:cNvSpPr>
          <p:nvPr>
            <p:ph type="sldNum" sz="quarter" idx="12"/>
          </p:nvPr>
        </p:nvSpPr>
        <p:spPr/>
        <p:txBody>
          <a:bodyPr/>
          <a:lstStyle/>
          <a:p>
            <a:fld id="{34B7E4EF-A1BD-40F4-AB7B-04F084DD991D}" type="slidenum">
              <a:rPr lang="en-US" smtClean="0"/>
              <a:t>13</a:t>
            </a:fld>
            <a:endParaRPr lang="en-US"/>
          </a:p>
        </p:txBody>
      </p:sp>
      <p:sp>
        <p:nvSpPr>
          <p:cNvPr id="6" name="TextBox 5">
            <a:extLst>
              <a:ext uri="{FF2B5EF4-FFF2-40B4-BE49-F238E27FC236}">
                <a16:creationId xmlns:a16="http://schemas.microsoft.com/office/drawing/2014/main" id="{3263C9D4-5A18-F16C-0A4F-6C44F073118A}"/>
              </a:ext>
            </a:extLst>
          </p:cNvPr>
          <p:cNvSpPr txBox="1"/>
          <p:nvPr/>
        </p:nvSpPr>
        <p:spPr>
          <a:xfrm>
            <a:off x="1141412" y="2097088"/>
            <a:ext cx="9905997" cy="1015663"/>
          </a:xfrm>
          <a:prstGeom prst="rect">
            <a:avLst/>
          </a:prstGeom>
          <a:noFill/>
        </p:spPr>
        <p:txBody>
          <a:bodyPr wrap="square">
            <a:spAutoFit/>
          </a:bodyPr>
          <a:lstStyle/>
          <a:p>
            <a:pPr marL="285750" indent="-285750" algn="just">
              <a:buFont typeface="Arial" panose="020B0604020202020204" pitchFamily="34" charset="0"/>
              <a:buChar char="•"/>
            </a:pPr>
            <a:r>
              <a:rPr lang="en-US" sz="20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The </a:t>
            </a:r>
            <a:r>
              <a:rPr lang="en-US"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validation set </a:t>
            </a:r>
            <a:r>
              <a:rPr lang="en-US" sz="20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is used during the training process to fine-tune the model's hyperparameters and monitor its performance. It is separate from the training set and contains examples that the model has not seen during training.</a:t>
            </a:r>
          </a:p>
        </p:txBody>
      </p:sp>
      <p:sp>
        <p:nvSpPr>
          <p:cNvPr id="8" name="TextBox 7">
            <a:extLst>
              <a:ext uri="{FF2B5EF4-FFF2-40B4-BE49-F238E27FC236}">
                <a16:creationId xmlns:a16="http://schemas.microsoft.com/office/drawing/2014/main" id="{F2224C6B-D556-67C3-E1B6-97BBD1E0F778}"/>
              </a:ext>
            </a:extLst>
          </p:cNvPr>
          <p:cNvSpPr txBox="1"/>
          <p:nvPr/>
        </p:nvSpPr>
        <p:spPr>
          <a:xfrm>
            <a:off x="1141411" y="3429000"/>
            <a:ext cx="9905997" cy="1015663"/>
          </a:xfrm>
          <a:prstGeom prst="rect">
            <a:avLst/>
          </a:prstGeom>
          <a:noFill/>
        </p:spPr>
        <p:txBody>
          <a:bodyPr wrap="square">
            <a:spAutoFit/>
          </a:bodyPr>
          <a:lstStyle/>
          <a:p>
            <a:pPr marL="285750" indent="-285750" algn="just">
              <a:buFont typeface="Arial" panose="020B0604020202020204" pitchFamily="34" charset="0"/>
              <a:buChar char="•"/>
            </a:pPr>
            <a:r>
              <a:rPr lang="en-US" sz="20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The validation set allows you to assess the model's performance on unseen data and make decisions about parameter adjustments, such as adjusting the learning rate or choosing the number of hidden units in a neural network</a:t>
            </a:r>
          </a:p>
        </p:txBody>
      </p:sp>
      <p:sp>
        <p:nvSpPr>
          <p:cNvPr id="10" name="TextBox 9">
            <a:extLst>
              <a:ext uri="{FF2B5EF4-FFF2-40B4-BE49-F238E27FC236}">
                <a16:creationId xmlns:a16="http://schemas.microsoft.com/office/drawing/2014/main" id="{C4036203-40DD-4BA9-F876-891F2463B668}"/>
              </a:ext>
            </a:extLst>
          </p:cNvPr>
          <p:cNvSpPr txBox="1"/>
          <p:nvPr/>
        </p:nvSpPr>
        <p:spPr>
          <a:xfrm>
            <a:off x="1141411" y="4738369"/>
            <a:ext cx="9905996" cy="707886"/>
          </a:xfrm>
          <a:prstGeom prst="rect">
            <a:avLst/>
          </a:prstGeom>
          <a:noFill/>
        </p:spPr>
        <p:txBody>
          <a:bodyPr wrap="square">
            <a:spAutoFit/>
          </a:bodyPr>
          <a:lstStyle/>
          <a:p>
            <a:pPr marL="342900" indent="-342900" algn="just">
              <a:buFont typeface="Arial" panose="020B0604020202020204" pitchFamily="34" charset="0"/>
              <a:buChar char="•"/>
            </a:pPr>
            <a:r>
              <a:rPr lang="en-US" sz="20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By evaluating the model's performance on the validation set, you can make informed decisions to improve the model's generalization capabilities.</a:t>
            </a:r>
          </a:p>
        </p:txBody>
      </p:sp>
    </p:spTree>
    <p:extLst>
      <p:ext uri="{BB962C8B-B14F-4D97-AF65-F5344CB8AC3E}">
        <p14:creationId xmlns:p14="http://schemas.microsoft.com/office/powerpoint/2010/main" val="36469840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DE4168-65E3-2656-D626-027DF091E477}"/>
              </a:ext>
            </a:extLst>
          </p:cNvPr>
          <p:cNvSpPr>
            <a:spLocks noGrp="1"/>
          </p:cNvSpPr>
          <p:nvPr>
            <p:ph type="title"/>
          </p:nvPr>
        </p:nvSpPr>
        <p:spPr/>
        <p:txBody>
          <a:bodyPr/>
          <a:lstStyle/>
          <a:p>
            <a:r>
              <a:rPr lang="en-US" dirty="0"/>
              <a:t>Test Dataset</a:t>
            </a:r>
          </a:p>
        </p:txBody>
      </p:sp>
      <p:sp>
        <p:nvSpPr>
          <p:cNvPr id="4" name="Slide Number Placeholder 3">
            <a:extLst>
              <a:ext uri="{FF2B5EF4-FFF2-40B4-BE49-F238E27FC236}">
                <a16:creationId xmlns:a16="http://schemas.microsoft.com/office/drawing/2014/main" id="{1FDF1787-B29C-A679-355E-F6A30A0B412E}"/>
              </a:ext>
            </a:extLst>
          </p:cNvPr>
          <p:cNvSpPr>
            <a:spLocks noGrp="1"/>
          </p:cNvSpPr>
          <p:nvPr>
            <p:ph type="sldNum" sz="quarter" idx="12"/>
          </p:nvPr>
        </p:nvSpPr>
        <p:spPr/>
        <p:txBody>
          <a:bodyPr/>
          <a:lstStyle/>
          <a:p>
            <a:fld id="{34B7E4EF-A1BD-40F4-AB7B-04F084DD991D}" type="slidenum">
              <a:rPr lang="en-US" smtClean="0"/>
              <a:t>14</a:t>
            </a:fld>
            <a:endParaRPr lang="en-US"/>
          </a:p>
        </p:txBody>
      </p:sp>
      <p:sp>
        <p:nvSpPr>
          <p:cNvPr id="6" name="TextBox 5">
            <a:extLst>
              <a:ext uri="{FF2B5EF4-FFF2-40B4-BE49-F238E27FC236}">
                <a16:creationId xmlns:a16="http://schemas.microsoft.com/office/drawing/2014/main" id="{E7ADCE32-12F4-6696-7628-D27028D853C4}"/>
              </a:ext>
            </a:extLst>
          </p:cNvPr>
          <p:cNvSpPr txBox="1"/>
          <p:nvPr/>
        </p:nvSpPr>
        <p:spPr>
          <a:xfrm>
            <a:off x="1141412" y="2097088"/>
            <a:ext cx="9905997" cy="1015663"/>
          </a:xfrm>
          <a:prstGeom prst="rect">
            <a:avLst/>
          </a:prstGeom>
          <a:noFill/>
        </p:spPr>
        <p:txBody>
          <a:bodyPr wrap="square">
            <a:spAutoFit/>
          </a:bodyPr>
          <a:lstStyle/>
          <a:p>
            <a:pPr marL="285750" indent="-285750" algn="just">
              <a:buFont typeface="Arial" panose="020B0604020202020204" pitchFamily="34" charset="0"/>
              <a:buChar char="•"/>
            </a:pPr>
            <a:r>
              <a:rPr lang="en-US" sz="20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The </a:t>
            </a:r>
            <a:r>
              <a:rPr lang="en-US"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test set </a:t>
            </a:r>
            <a:r>
              <a:rPr lang="en-US" sz="20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is used to evaluate the final performance of the trained machine learning model. It is a separate, independent dataset that the model has never seen before during training or validation.</a:t>
            </a:r>
          </a:p>
        </p:txBody>
      </p:sp>
      <p:sp>
        <p:nvSpPr>
          <p:cNvPr id="8" name="TextBox 7">
            <a:extLst>
              <a:ext uri="{FF2B5EF4-FFF2-40B4-BE49-F238E27FC236}">
                <a16:creationId xmlns:a16="http://schemas.microsoft.com/office/drawing/2014/main" id="{7725E0A4-1E0A-5D5D-B343-24BEA6685FBD}"/>
              </a:ext>
            </a:extLst>
          </p:cNvPr>
          <p:cNvSpPr txBox="1"/>
          <p:nvPr/>
        </p:nvSpPr>
        <p:spPr>
          <a:xfrm>
            <a:off x="1141412" y="3429000"/>
            <a:ext cx="9905996" cy="707886"/>
          </a:xfrm>
          <a:prstGeom prst="rect">
            <a:avLst/>
          </a:prstGeom>
          <a:noFill/>
        </p:spPr>
        <p:txBody>
          <a:bodyPr wrap="square">
            <a:spAutoFit/>
          </a:bodyPr>
          <a:lstStyle/>
          <a:p>
            <a:pPr marL="342900" indent="-342900" algn="just">
              <a:buFont typeface="Arial" panose="020B0604020202020204" pitchFamily="34" charset="0"/>
              <a:buChar char="•"/>
            </a:pPr>
            <a:r>
              <a:rPr lang="en-US" sz="20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The purpose of the test set is to provide an unbiased assessment of the model's performance on completely new data.</a:t>
            </a:r>
          </a:p>
        </p:txBody>
      </p:sp>
      <p:sp>
        <p:nvSpPr>
          <p:cNvPr id="10" name="TextBox 9">
            <a:extLst>
              <a:ext uri="{FF2B5EF4-FFF2-40B4-BE49-F238E27FC236}">
                <a16:creationId xmlns:a16="http://schemas.microsoft.com/office/drawing/2014/main" id="{D7C1DDF2-91B7-743A-9124-859B943F8219}"/>
              </a:ext>
            </a:extLst>
          </p:cNvPr>
          <p:cNvSpPr txBox="1"/>
          <p:nvPr/>
        </p:nvSpPr>
        <p:spPr>
          <a:xfrm>
            <a:off x="1141412" y="4502248"/>
            <a:ext cx="9905996" cy="707886"/>
          </a:xfrm>
          <a:prstGeom prst="rect">
            <a:avLst/>
          </a:prstGeom>
          <a:noFill/>
        </p:spPr>
        <p:txBody>
          <a:bodyPr wrap="square">
            <a:spAutoFit/>
          </a:bodyPr>
          <a:lstStyle/>
          <a:p>
            <a:pPr marL="285750" indent="-285750" algn="just">
              <a:buFont typeface="Arial" panose="020B0604020202020204" pitchFamily="34" charset="0"/>
              <a:buChar char="•"/>
            </a:pPr>
            <a:r>
              <a:rPr lang="en-US" sz="20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By evaluating the model on a test set, you can estimate how well the model is likely to perform in real-world scenarios.</a:t>
            </a:r>
          </a:p>
        </p:txBody>
      </p:sp>
    </p:spTree>
    <p:extLst>
      <p:ext uri="{BB962C8B-B14F-4D97-AF65-F5344CB8AC3E}">
        <p14:creationId xmlns:p14="http://schemas.microsoft.com/office/powerpoint/2010/main" val="25347920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A61385-CFED-5773-7BF0-99C6DD90F4A8}"/>
              </a:ext>
            </a:extLst>
          </p:cNvPr>
          <p:cNvSpPr>
            <a:spLocks noGrp="1"/>
          </p:cNvSpPr>
          <p:nvPr>
            <p:ph type="title"/>
          </p:nvPr>
        </p:nvSpPr>
        <p:spPr>
          <a:xfrm>
            <a:off x="1876424" y="4141693"/>
            <a:ext cx="8791575" cy="1301673"/>
          </a:xfrm>
        </p:spPr>
        <p:txBody>
          <a:bodyPr vert="horz" lIns="91440" tIns="45720" rIns="91440" bIns="45720" rtlCol="0" anchor="b">
            <a:normAutofit/>
          </a:bodyPr>
          <a:lstStyle/>
          <a:p>
            <a:r>
              <a:rPr lang="en-US" sz="4400"/>
              <a:t>Training VS. Validation VS. Test</a:t>
            </a:r>
          </a:p>
        </p:txBody>
      </p:sp>
      <p:sp>
        <p:nvSpPr>
          <p:cNvPr id="4" name="Slide Number Placeholder 3">
            <a:extLst>
              <a:ext uri="{FF2B5EF4-FFF2-40B4-BE49-F238E27FC236}">
                <a16:creationId xmlns:a16="http://schemas.microsoft.com/office/drawing/2014/main" id="{3FE8DD2B-56EB-7830-3349-02F63FBE0F27}"/>
              </a:ext>
            </a:extLst>
          </p:cNvPr>
          <p:cNvSpPr>
            <a:spLocks noGrp="1"/>
          </p:cNvSpPr>
          <p:nvPr>
            <p:ph type="sldNum" sz="quarter" idx="12"/>
          </p:nvPr>
        </p:nvSpPr>
        <p:spPr>
          <a:xfrm>
            <a:off x="9896911" y="6309360"/>
            <a:ext cx="771089" cy="365125"/>
          </a:xfrm>
        </p:spPr>
        <p:txBody>
          <a:bodyPr vert="horz" lIns="91440" tIns="45720" rIns="91440" bIns="45720" rtlCol="0" anchor="ctr">
            <a:normAutofit/>
          </a:bodyPr>
          <a:lstStyle/>
          <a:p>
            <a:pPr>
              <a:spcAft>
                <a:spcPts val="600"/>
              </a:spcAft>
            </a:pPr>
            <a:fld id="{34B7E4EF-A1BD-40F4-AB7B-04F084DD991D}" type="slidenum">
              <a:rPr lang="en-US" smtClean="0"/>
              <a:pPr>
                <a:spcAft>
                  <a:spcPts val="600"/>
                </a:spcAft>
              </a:pPr>
              <a:t>15</a:t>
            </a:fld>
            <a:endParaRPr lang="en-US"/>
          </a:p>
        </p:txBody>
      </p:sp>
      <p:pic>
        <p:nvPicPr>
          <p:cNvPr id="6" name="Picture 5" descr="A blue background with white text&#10;&#10;Description automatically generated">
            <a:extLst>
              <a:ext uri="{FF2B5EF4-FFF2-40B4-BE49-F238E27FC236}">
                <a16:creationId xmlns:a16="http://schemas.microsoft.com/office/drawing/2014/main" id="{78A6C658-CF5A-81E7-EE16-85ACB027BEE0}"/>
              </a:ext>
            </a:extLst>
          </p:cNvPr>
          <p:cNvPicPr>
            <a:picLocks noChangeAspect="1"/>
          </p:cNvPicPr>
          <p:nvPr/>
        </p:nvPicPr>
        <p:blipFill>
          <a:blip r:embed="rId2"/>
          <a:stretch>
            <a:fillRect/>
          </a:stretch>
        </p:blipFill>
        <p:spPr>
          <a:xfrm>
            <a:off x="1876424" y="1279216"/>
            <a:ext cx="8791575" cy="2551452"/>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pic>
    </p:spTree>
    <p:extLst>
      <p:ext uri="{BB962C8B-B14F-4D97-AF65-F5344CB8AC3E}">
        <p14:creationId xmlns:p14="http://schemas.microsoft.com/office/powerpoint/2010/main" val="3639936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17D300-DC44-59E0-8738-29DB7E60E57D}"/>
              </a:ext>
            </a:extLst>
          </p:cNvPr>
          <p:cNvSpPr>
            <a:spLocks noGrp="1"/>
          </p:cNvSpPr>
          <p:nvPr>
            <p:ph type="title"/>
          </p:nvPr>
        </p:nvSpPr>
        <p:spPr>
          <a:xfrm>
            <a:off x="1141413" y="618518"/>
            <a:ext cx="9905998" cy="1478570"/>
          </a:xfrm>
        </p:spPr>
        <p:txBody>
          <a:bodyPr vert="horz" lIns="91440" tIns="45720" rIns="91440" bIns="45720" rtlCol="0" anchor="ctr">
            <a:normAutofit/>
          </a:bodyPr>
          <a:lstStyle/>
          <a:p>
            <a:r>
              <a:rPr lang="en-US" dirty="0"/>
              <a:t>Additional Machine Learning Methods</a:t>
            </a:r>
          </a:p>
        </p:txBody>
      </p:sp>
      <p:sp>
        <p:nvSpPr>
          <p:cNvPr id="4" name="Slide Number Placeholder 3">
            <a:extLst>
              <a:ext uri="{FF2B5EF4-FFF2-40B4-BE49-F238E27FC236}">
                <a16:creationId xmlns:a16="http://schemas.microsoft.com/office/drawing/2014/main" id="{5F79524B-5543-9DAA-8DEE-CD86E59202AB}"/>
              </a:ext>
            </a:extLst>
          </p:cNvPr>
          <p:cNvSpPr>
            <a:spLocks noGrp="1"/>
          </p:cNvSpPr>
          <p:nvPr>
            <p:ph type="sldNum" sz="quarter" idx="12"/>
          </p:nvPr>
        </p:nvSpPr>
        <p:spPr>
          <a:xfrm>
            <a:off x="10276321" y="6325403"/>
            <a:ext cx="771089" cy="365125"/>
          </a:xfrm>
        </p:spPr>
        <p:txBody>
          <a:bodyPr vert="horz" lIns="91440" tIns="45720" rIns="91440" bIns="45720" rtlCol="0" anchor="ctr">
            <a:normAutofit/>
          </a:bodyPr>
          <a:lstStyle/>
          <a:p>
            <a:pPr defTabSz="457200">
              <a:spcAft>
                <a:spcPts val="600"/>
              </a:spcAft>
            </a:pPr>
            <a:fld id="{34B7E4EF-A1BD-40F4-AB7B-04F084DD991D}" type="slidenum">
              <a:rPr lang="en-US" kern="1200">
                <a:solidFill>
                  <a:schemeClr val="tx1"/>
                </a:solidFill>
                <a:latin typeface="+mn-lt"/>
                <a:ea typeface="+mn-ea"/>
                <a:cs typeface="+mn-cs"/>
              </a:rPr>
              <a:pPr defTabSz="457200">
                <a:spcAft>
                  <a:spcPts val="600"/>
                </a:spcAft>
              </a:pPr>
              <a:t>16</a:t>
            </a:fld>
            <a:endParaRPr lang="en-US" kern="1200">
              <a:solidFill>
                <a:schemeClr val="tx1"/>
              </a:solidFill>
              <a:latin typeface="+mn-lt"/>
              <a:ea typeface="+mn-ea"/>
              <a:cs typeface="+mn-cs"/>
            </a:endParaRPr>
          </a:p>
        </p:txBody>
      </p:sp>
      <p:graphicFrame>
        <p:nvGraphicFramePr>
          <p:cNvPr id="7" name="TextBox 4">
            <a:extLst>
              <a:ext uri="{FF2B5EF4-FFF2-40B4-BE49-F238E27FC236}">
                <a16:creationId xmlns:a16="http://schemas.microsoft.com/office/drawing/2014/main" id="{4D0A6CB8-D474-9897-6433-06A21DFE10B3}"/>
              </a:ext>
            </a:extLst>
          </p:cNvPr>
          <p:cNvGraphicFramePr/>
          <p:nvPr/>
        </p:nvGraphicFramePr>
        <p:xfrm>
          <a:off x="1141411" y="2440771"/>
          <a:ext cx="9905999" cy="35848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359772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7E7C88-537D-7A5B-2973-10748B3372A6}"/>
              </a:ext>
            </a:extLst>
          </p:cNvPr>
          <p:cNvSpPr>
            <a:spLocks noGrp="1"/>
          </p:cNvSpPr>
          <p:nvPr>
            <p:ph type="title"/>
          </p:nvPr>
        </p:nvSpPr>
        <p:spPr>
          <a:xfrm>
            <a:off x="1620456" y="963613"/>
            <a:ext cx="9047543" cy="4149724"/>
          </a:xfrm>
        </p:spPr>
        <p:txBody>
          <a:bodyPr vert="horz" lIns="91440" tIns="45720" rIns="91440" bIns="45720" rtlCol="0" anchor="ctr">
            <a:normAutofit/>
          </a:bodyPr>
          <a:lstStyle/>
          <a:p>
            <a:pPr algn="ctr"/>
            <a:r>
              <a:rPr lang="en-US" sz="7200" b="1" dirty="0"/>
              <a:t>Supervised Learning (Classification)</a:t>
            </a:r>
          </a:p>
        </p:txBody>
      </p:sp>
      <p:sp>
        <p:nvSpPr>
          <p:cNvPr id="4" name="Slide Number Placeholder 3">
            <a:extLst>
              <a:ext uri="{FF2B5EF4-FFF2-40B4-BE49-F238E27FC236}">
                <a16:creationId xmlns:a16="http://schemas.microsoft.com/office/drawing/2014/main" id="{444DA73E-3D41-8BCC-023D-A2AA2BA74774}"/>
              </a:ext>
            </a:extLst>
          </p:cNvPr>
          <p:cNvSpPr>
            <a:spLocks noGrp="1"/>
          </p:cNvSpPr>
          <p:nvPr>
            <p:ph type="sldNum" sz="quarter" idx="12"/>
          </p:nvPr>
        </p:nvSpPr>
        <p:spPr>
          <a:xfrm>
            <a:off x="9896911" y="5410199"/>
            <a:ext cx="771089" cy="365125"/>
          </a:xfrm>
        </p:spPr>
        <p:txBody>
          <a:bodyPr vert="horz" lIns="91440" tIns="45720" rIns="91440" bIns="45720" rtlCol="0" anchor="ctr">
            <a:normAutofit/>
          </a:bodyPr>
          <a:lstStyle/>
          <a:p>
            <a:pPr defTabSz="457200">
              <a:spcAft>
                <a:spcPts val="600"/>
              </a:spcAft>
            </a:pPr>
            <a:fld id="{34B7E4EF-A1BD-40F4-AB7B-04F084DD991D}" type="slidenum">
              <a:rPr lang="en-US" kern="1200" dirty="0">
                <a:solidFill>
                  <a:schemeClr val="tx1">
                    <a:tint val="75000"/>
                  </a:schemeClr>
                </a:solidFill>
                <a:latin typeface="+mn-lt"/>
                <a:ea typeface="+mn-ea"/>
                <a:cs typeface="+mn-cs"/>
              </a:rPr>
              <a:pPr defTabSz="457200">
                <a:spcAft>
                  <a:spcPts val="600"/>
                </a:spcAft>
              </a:pPr>
              <a:t>17</a:t>
            </a:fld>
            <a:endParaRPr lang="en-US" kern="1200" dirty="0">
              <a:solidFill>
                <a:schemeClr val="tx1">
                  <a:tint val="75000"/>
                </a:schemeClr>
              </a:solidFill>
              <a:latin typeface="+mn-lt"/>
              <a:ea typeface="+mn-ea"/>
              <a:cs typeface="+mn-cs"/>
            </a:endParaRPr>
          </a:p>
        </p:txBody>
      </p:sp>
    </p:spTree>
    <p:extLst>
      <p:ext uri="{BB962C8B-B14F-4D97-AF65-F5344CB8AC3E}">
        <p14:creationId xmlns:p14="http://schemas.microsoft.com/office/powerpoint/2010/main" val="1123481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D0E8E5-F18E-CFAF-3FB0-35204FB45E6A}"/>
              </a:ext>
            </a:extLst>
          </p:cNvPr>
          <p:cNvSpPr>
            <a:spLocks noGrp="1"/>
          </p:cNvSpPr>
          <p:nvPr>
            <p:ph type="title"/>
          </p:nvPr>
        </p:nvSpPr>
        <p:spPr/>
        <p:txBody>
          <a:bodyPr/>
          <a:lstStyle/>
          <a:p>
            <a:r>
              <a:rPr lang="en-US" dirty="0"/>
              <a:t>What is Classification ?</a:t>
            </a:r>
          </a:p>
        </p:txBody>
      </p:sp>
      <p:sp>
        <p:nvSpPr>
          <p:cNvPr id="4" name="Slide Number Placeholder 3">
            <a:extLst>
              <a:ext uri="{FF2B5EF4-FFF2-40B4-BE49-F238E27FC236}">
                <a16:creationId xmlns:a16="http://schemas.microsoft.com/office/drawing/2014/main" id="{E8846885-8553-8532-E093-2782A6AC9C1D}"/>
              </a:ext>
            </a:extLst>
          </p:cNvPr>
          <p:cNvSpPr>
            <a:spLocks noGrp="1"/>
          </p:cNvSpPr>
          <p:nvPr>
            <p:ph type="sldNum" sz="quarter" idx="12"/>
          </p:nvPr>
        </p:nvSpPr>
        <p:spPr/>
        <p:txBody>
          <a:bodyPr/>
          <a:lstStyle/>
          <a:p>
            <a:fld id="{34B7E4EF-A1BD-40F4-AB7B-04F084DD991D}" type="slidenum">
              <a:rPr lang="en-US" smtClean="0"/>
              <a:t>18</a:t>
            </a:fld>
            <a:endParaRPr lang="en-US"/>
          </a:p>
        </p:txBody>
      </p:sp>
      <p:sp>
        <p:nvSpPr>
          <p:cNvPr id="6" name="TextBox 5">
            <a:extLst>
              <a:ext uri="{FF2B5EF4-FFF2-40B4-BE49-F238E27FC236}">
                <a16:creationId xmlns:a16="http://schemas.microsoft.com/office/drawing/2014/main" id="{EAE4DB45-5E32-323B-D0E0-77E5DA97D9D3}"/>
              </a:ext>
            </a:extLst>
          </p:cNvPr>
          <p:cNvSpPr txBox="1"/>
          <p:nvPr/>
        </p:nvSpPr>
        <p:spPr>
          <a:xfrm>
            <a:off x="1141412" y="2097088"/>
            <a:ext cx="9905997" cy="1015663"/>
          </a:xfrm>
          <a:prstGeom prst="rect">
            <a:avLst/>
          </a:prstGeom>
          <a:noFill/>
        </p:spPr>
        <p:txBody>
          <a:bodyPr wrap="square">
            <a:spAutoFit/>
          </a:bodyPr>
          <a:lstStyle/>
          <a:p>
            <a:pPr marL="342900" indent="-342900" algn="just">
              <a:buFont typeface="Arial" panose="020B0604020202020204" pitchFamily="34" charset="0"/>
              <a:buChar char="•"/>
            </a:pPr>
            <a:r>
              <a:rPr lang="en-US"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Classification</a:t>
            </a:r>
            <a:r>
              <a:rPr lang="en-US" sz="20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is a fundamental task in machine learning and data analysis. It involves categorizing data instances into predefined classes or categories based on their features or attributes.</a:t>
            </a:r>
          </a:p>
        </p:txBody>
      </p:sp>
      <p:sp>
        <p:nvSpPr>
          <p:cNvPr id="8" name="TextBox 7">
            <a:extLst>
              <a:ext uri="{FF2B5EF4-FFF2-40B4-BE49-F238E27FC236}">
                <a16:creationId xmlns:a16="http://schemas.microsoft.com/office/drawing/2014/main" id="{277112A4-7EA7-510A-B3B9-481342777DD5}"/>
              </a:ext>
            </a:extLst>
          </p:cNvPr>
          <p:cNvSpPr txBox="1"/>
          <p:nvPr/>
        </p:nvSpPr>
        <p:spPr>
          <a:xfrm>
            <a:off x="1141412" y="3429000"/>
            <a:ext cx="9905996" cy="707886"/>
          </a:xfrm>
          <a:prstGeom prst="rect">
            <a:avLst/>
          </a:prstGeom>
          <a:noFill/>
        </p:spPr>
        <p:txBody>
          <a:bodyPr wrap="square">
            <a:spAutoFit/>
          </a:bodyPr>
          <a:lstStyle/>
          <a:p>
            <a:pPr marL="342900" indent="-342900" algn="just">
              <a:buFont typeface="Arial" panose="020B0604020202020204" pitchFamily="34" charset="0"/>
              <a:buChar char="•"/>
            </a:pPr>
            <a:r>
              <a:rPr lang="en-US" sz="20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The goal of classification is to build a predictive model that can assign the correct class label to new, unseen data based on patterns and relationships learned from a labeled dataset.</a:t>
            </a:r>
          </a:p>
        </p:txBody>
      </p:sp>
      <p:sp>
        <p:nvSpPr>
          <p:cNvPr id="9" name="Rectangle 8">
            <a:extLst>
              <a:ext uri="{FF2B5EF4-FFF2-40B4-BE49-F238E27FC236}">
                <a16:creationId xmlns:a16="http://schemas.microsoft.com/office/drawing/2014/main" id="{722ED2DB-98A6-A059-07AF-687941C94E14}"/>
              </a:ext>
            </a:extLst>
          </p:cNvPr>
          <p:cNvSpPr/>
          <p:nvPr/>
        </p:nvSpPr>
        <p:spPr>
          <a:xfrm>
            <a:off x="768030" y="4591321"/>
            <a:ext cx="10652759" cy="1077218"/>
          </a:xfrm>
          <a:prstGeom prst="rect">
            <a:avLst/>
          </a:prstGeom>
          <a:noFill/>
        </p:spPr>
        <p:txBody>
          <a:bodyPr wrap="square" lIns="91440" tIns="45720" rIns="91440" bIns="45720">
            <a:spAutoFit/>
          </a:bodyPr>
          <a:lstStyle/>
          <a:p>
            <a:pPr algn="ctr"/>
            <a:r>
              <a:rPr lang="en-US" sz="32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In a classification problem, you have a dataset containing examples with their corresponding class labels.</a:t>
            </a:r>
          </a:p>
        </p:txBody>
      </p:sp>
    </p:spTree>
    <p:extLst>
      <p:ext uri="{BB962C8B-B14F-4D97-AF65-F5344CB8AC3E}">
        <p14:creationId xmlns:p14="http://schemas.microsoft.com/office/powerpoint/2010/main" val="24415867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11C077-CEA6-3F70-5EB1-C511B8B499CB}"/>
              </a:ext>
            </a:extLst>
          </p:cNvPr>
          <p:cNvSpPr>
            <a:spLocks noGrp="1"/>
          </p:cNvSpPr>
          <p:nvPr>
            <p:ph type="title"/>
          </p:nvPr>
        </p:nvSpPr>
        <p:spPr>
          <a:xfrm>
            <a:off x="119354" y="1661572"/>
            <a:ext cx="3995446" cy="4255025"/>
          </a:xfrm>
        </p:spPr>
        <p:txBody>
          <a:bodyPr vert="horz" lIns="91440" tIns="45720" rIns="91440" bIns="45720" rtlCol="0" anchor="ctr">
            <a:normAutofit/>
          </a:bodyPr>
          <a:lstStyle/>
          <a:p>
            <a:r>
              <a:rPr lang="en-US" sz="4400" b="1" dirty="0">
                <a:solidFill>
                  <a:srgbClr val="FFFFFF"/>
                </a:solidFill>
              </a:rPr>
              <a:t>Types of Classification</a:t>
            </a:r>
          </a:p>
        </p:txBody>
      </p:sp>
      <p:sp>
        <p:nvSpPr>
          <p:cNvPr id="4" name="Slide Number Placeholder 3">
            <a:extLst>
              <a:ext uri="{FF2B5EF4-FFF2-40B4-BE49-F238E27FC236}">
                <a16:creationId xmlns:a16="http://schemas.microsoft.com/office/drawing/2014/main" id="{A5C0E3B2-591B-4D4F-BA80-EF2097BFD63D}"/>
              </a:ext>
            </a:extLst>
          </p:cNvPr>
          <p:cNvSpPr>
            <a:spLocks noGrp="1"/>
          </p:cNvSpPr>
          <p:nvPr>
            <p:ph type="sldNum" sz="quarter" idx="12"/>
          </p:nvPr>
        </p:nvSpPr>
        <p:spPr>
          <a:xfrm>
            <a:off x="10357217" y="5883274"/>
            <a:ext cx="690193" cy="365125"/>
          </a:xfrm>
        </p:spPr>
        <p:txBody>
          <a:bodyPr vert="horz" lIns="91440" tIns="45720" rIns="91440" bIns="45720" rtlCol="0" anchor="ctr">
            <a:normAutofit/>
          </a:bodyPr>
          <a:lstStyle/>
          <a:p>
            <a:pPr defTabSz="457200">
              <a:spcAft>
                <a:spcPts val="600"/>
              </a:spcAft>
            </a:pPr>
            <a:fld id="{34B7E4EF-A1BD-40F4-AB7B-04F084DD991D}" type="slidenum">
              <a:rPr lang="en-US" kern="1200">
                <a:solidFill>
                  <a:schemeClr val="tx1">
                    <a:lumMod val="85000"/>
                    <a:lumOff val="15000"/>
                  </a:schemeClr>
                </a:solidFill>
                <a:latin typeface="+mn-lt"/>
                <a:ea typeface="+mn-ea"/>
                <a:cs typeface="+mn-cs"/>
              </a:rPr>
              <a:pPr defTabSz="457200">
                <a:spcAft>
                  <a:spcPts val="600"/>
                </a:spcAft>
              </a:pPr>
              <a:t>19</a:t>
            </a:fld>
            <a:endParaRPr lang="en-US" kern="1200">
              <a:solidFill>
                <a:schemeClr val="tx1">
                  <a:lumMod val="85000"/>
                  <a:lumOff val="15000"/>
                </a:schemeClr>
              </a:solidFill>
              <a:latin typeface="+mn-lt"/>
              <a:ea typeface="+mn-ea"/>
              <a:cs typeface="+mn-cs"/>
            </a:endParaRPr>
          </a:p>
        </p:txBody>
      </p:sp>
      <p:graphicFrame>
        <p:nvGraphicFramePr>
          <p:cNvPr id="7" name="TextBox 4">
            <a:extLst>
              <a:ext uri="{FF2B5EF4-FFF2-40B4-BE49-F238E27FC236}">
                <a16:creationId xmlns:a16="http://schemas.microsoft.com/office/drawing/2014/main" id="{75909715-C74F-C9C4-1641-A1A8F8F3A255}"/>
              </a:ext>
            </a:extLst>
          </p:cNvPr>
          <p:cNvGraphicFramePr/>
          <p:nvPr>
            <p:extLst>
              <p:ext uri="{D42A27DB-BD31-4B8C-83A1-F6EECF244321}">
                <p14:modId xmlns:p14="http://schemas.microsoft.com/office/powerpoint/2010/main" val="2572485372"/>
              </p:ext>
            </p:extLst>
          </p:nvPr>
        </p:nvGraphicFramePr>
        <p:xfrm>
          <a:off x="4354662" y="1628250"/>
          <a:ext cx="6692748" cy="42550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06762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7EFA3F-45D4-5736-910A-303BA8F507AA}"/>
              </a:ext>
            </a:extLst>
          </p:cNvPr>
          <p:cNvSpPr>
            <a:spLocks noGrp="1"/>
          </p:cNvSpPr>
          <p:nvPr>
            <p:ph type="title"/>
          </p:nvPr>
        </p:nvSpPr>
        <p:spPr>
          <a:xfrm>
            <a:off x="1039093" y="1260475"/>
            <a:ext cx="9379526" cy="4149724"/>
          </a:xfrm>
        </p:spPr>
        <p:txBody>
          <a:bodyPr vert="horz" lIns="91440" tIns="45720" rIns="91440" bIns="45720" rtlCol="0" anchor="ctr">
            <a:normAutofit/>
          </a:bodyPr>
          <a:lstStyle/>
          <a:p>
            <a:pPr algn="ctr"/>
            <a:r>
              <a:rPr lang="en-US" sz="8800" b="1" dirty="0"/>
              <a:t>Nearest Neighbor</a:t>
            </a:r>
          </a:p>
        </p:txBody>
      </p:sp>
      <p:sp>
        <p:nvSpPr>
          <p:cNvPr id="4" name="Slide Number Placeholder 3">
            <a:extLst>
              <a:ext uri="{FF2B5EF4-FFF2-40B4-BE49-F238E27FC236}">
                <a16:creationId xmlns:a16="http://schemas.microsoft.com/office/drawing/2014/main" id="{1774FD77-8C64-080F-4B6D-450174C7D581}"/>
              </a:ext>
            </a:extLst>
          </p:cNvPr>
          <p:cNvSpPr>
            <a:spLocks noGrp="1"/>
          </p:cNvSpPr>
          <p:nvPr>
            <p:ph type="sldNum" sz="quarter" idx="12"/>
          </p:nvPr>
        </p:nvSpPr>
        <p:spPr>
          <a:xfrm>
            <a:off x="9896911" y="5410199"/>
            <a:ext cx="771089" cy="365125"/>
          </a:xfrm>
        </p:spPr>
        <p:txBody>
          <a:bodyPr vert="horz" lIns="91440" tIns="45720" rIns="91440" bIns="45720" rtlCol="0" anchor="ctr">
            <a:normAutofit/>
          </a:bodyPr>
          <a:lstStyle/>
          <a:p>
            <a:pPr defTabSz="457200">
              <a:spcAft>
                <a:spcPts val="600"/>
              </a:spcAft>
            </a:pPr>
            <a:fld id="{34B7E4EF-A1BD-40F4-AB7B-04F084DD991D}" type="slidenum">
              <a:rPr lang="en-US" kern="1200" dirty="0">
                <a:solidFill>
                  <a:schemeClr val="tx1">
                    <a:tint val="75000"/>
                  </a:schemeClr>
                </a:solidFill>
                <a:latin typeface="+mn-lt"/>
                <a:ea typeface="+mn-ea"/>
                <a:cs typeface="+mn-cs"/>
              </a:rPr>
              <a:pPr defTabSz="457200">
                <a:spcAft>
                  <a:spcPts val="600"/>
                </a:spcAft>
              </a:pPr>
              <a:t>20</a:t>
            </a:fld>
            <a:endParaRPr lang="en-US" kern="1200" dirty="0">
              <a:solidFill>
                <a:schemeClr val="tx1">
                  <a:tint val="75000"/>
                </a:schemeClr>
              </a:solidFill>
              <a:latin typeface="+mn-lt"/>
              <a:ea typeface="+mn-ea"/>
              <a:cs typeface="+mn-cs"/>
            </a:endParaRPr>
          </a:p>
        </p:txBody>
      </p:sp>
    </p:spTree>
    <p:extLst>
      <p:ext uri="{BB962C8B-B14F-4D97-AF65-F5344CB8AC3E}">
        <p14:creationId xmlns:p14="http://schemas.microsoft.com/office/powerpoint/2010/main" val="29001832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D79AA2-812B-EA27-B794-6DCC7D671218}"/>
              </a:ext>
            </a:extLst>
          </p:cNvPr>
          <p:cNvSpPr>
            <a:spLocks noGrp="1"/>
          </p:cNvSpPr>
          <p:nvPr>
            <p:ph type="title"/>
          </p:nvPr>
        </p:nvSpPr>
        <p:spPr/>
        <p:txBody>
          <a:bodyPr/>
          <a:lstStyle/>
          <a:p>
            <a:r>
              <a:rPr lang="en-US" b="1" dirty="0"/>
              <a:t>Nearest Neighbor</a:t>
            </a:r>
          </a:p>
        </p:txBody>
      </p:sp>
      <p:sp>
        <p:nvSpPr>
          <p:cNvPr id="4" name="Slide Number Placeholder 3">
            <a:extLst>
              <a:ext uri="{FF2B5EF4-FFF2-40B4-BE49-F238E27FC236}">
                <a16:creationId xmlns:a16="http://schemas.microsoft.com/office/drawing/2014/main" id="{DBB0AA24-1854-BD83-AD3D-19D5FFF696A0}"/>
              </a:ext>
            </a:extLst>
          </p:cNvPr>
          <p:cNvSpPr>
            <a:spLocks noGrp="1"/>
          </p:cNvSpPr>
          <p:nvPr>
            <p:ph type="sldNum" sz="quarter" idx="12"/>
          </p:nvPr>
        </p:nvSpPr>
        <p:spPr/>
        <p:txBody>
          <a:bodyPr/>
          <a:lstStyle/>
          <a:p>
            <a:fld id="{34B7E4EF-A1BD-40F4-AB7B-04F084DD991D}" type="slidenum">
              <a:rPr lang="en-US" b="1" smtClean="0"/>
              <a:t>21</a:t>
            </a:fld>
            <a:endParaRPr lang="en-US" b="1"/>
          </a:p>
        </p:txBody>
      </p:sp>
      <p:sp>
        <p:nvSpPr>
          <p:cNvPr id="6" name="TextBox 5">
            <a:extLst>
              <a:ext uri="{FF2B5EF4-FFF2-40B4-BE49-F238E27FC236}">
                <a16:creationId xmlns:a16="http://schemas.microsoft.com/office/drawing/2014/main" id="{C25CFB13-003F-E18D-ED4A-BC5316C0F340}"/>
              </a:ext>
            </a:extLst>
          </p:cNvPr>
          <p:cNvSpPr txBox="1"/>
          <p:nvPr/>
        </p:nvSpPr>
        <p:spPr>
          <a:xfrm>
            <a:off x="1141412" y="2097088"/>
            <a:ext cx="9905997" cy="1015663"/>
          </a:xfrm>
          <a:prstGeom prst="rect">
            <a:avLst/>
          </a:prstGeom>
          <a:noFill/>
        </p:spPr>
        <p:txBody>
          <a:bodyPr wrap="square">
            <a:spAutoFit/>
          </a:bodyPr>
          <a:lstStyle/>
          <a:p>
            <a:pPr marL="285750" indent="-285750" algn="just">
              <a:buFont typeface="Arial" panose="020B0604020202020204" pitchFamily="34" charset="0"/>
              <a:buChar char="•"/>
            </a:pPr>
            <a:r>
              <a:rPr lang="en-US"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Neighbors-based classification is a type of </a:t>
            </a:r>
            <a:r>
              <a:rPr lang="en-US" sz="2000" b="1"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instance-based learning</a:t>
            </a:r>
            <a:r>
              <a:rPr lang="en-US"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or </a:t>
            </a:r>
            <a:r>
              <a:rPr lang="en-US" sz="2000" b="1"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non-generalizing learning</a:t>
            </a:r>
            <a:r>
              <a:rPr lang="en-US"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it does not attempt to construct a general internal model, but simply stores instances of the training data. </a:t>
            </a:r>
          </a:p>
        </p:txBody>
      </p:sp>
      <p:sp>
        <p:nvSpPr>
          <p:cNvPr id="8" name="TextBox 7">
            <a:extLst>
              <a:ext uri="{FF2B5EF4-FFF2-40B4-BE49-F238E27FC236}">
                <a16:creationId xmlns:a16="http://schemas.microsoft.com/office/drawing/2014/main" id="{C8AEACD3-B764-4E7E-D62A-E9065C35A61B}"/>
              </a:ext>
            </a:extLst>
          </p:cNvPr>
          <p:cNvSpPr txBox="1"/>
          <p:nvPr/>
        </p:nvSpPr>
        <p:spPr>
          <a:xfrm>
            <a:off x="1141412" y="3429000"/>
            <a:ext cx="9905996" cy="1015663"/>
          </a:xfrm>
          <a:prstGeom prst="rect">
            <a:avLst/>
          </a:prstGeom>
          <a:noFill/>
        </p:spPr>
        <p:txBody>
          <a:bodyPr wrap="square">
            <a:spAutoFit/>
          </a:bodyPr>
          <a:lstStyle/>
          <a:p>
            <a:pPr marL="285750" indent="-285750" algn="just">
              <a:buFont typeface="Arial" panose="020B0604020202020204" pitchFamily="34" charset="0"/>
              <a:buChar char="•"/>
            </a:pPr>
            <a:r>
              <a:rPr lang="en-US"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Classification is computed from a simple majority vote of the nearest neighbors of each point: a query point is assigned the data class which has the most representatives within the nearest neighbors of the </a:t>
            </a:r>
            <a:r>
              <a:rPr lang="en-US" sz="2000" b="1"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point.neighbours</a:t>
            </a:r>
            <a:endParaRPr lang="en-US"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664514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9D35F5-6277-B15D-3BF7-B2691881BAFC}"/>
              </a:ext>
            </a:extLst>
          </p:cNvPr>
          <p:cNvSpPr>
            <a:spLocks noGrp="1"/>
          </p:cNvSpPr>
          <p:nvPr>
            <p:ph type="title"/>
          </p:nvPr>
        </p:nvSpPr>
        <p:spPr/>
        <p:txBody>
          <a:bodyPr/>
          <a:lstStyle/>
          <a:p>
            <a:r>
              <a:rPr lang="en-US" dirty="0"/>
              <a:t>What is K-Nearest Neighbors (KNN) ?</a:t>
            </a:r>
          </a:p>
        </p:txBody>
      </p:sp>
      <p:sp>
        <p:nvSpPr>
          <p:cNvPr id="4" name="Slide Number Placeholder 3">
            <a:extLst>
              <a:ext uri="{FF2B5EF4-FFF2-40B4-BE49-F238E27FC236}">
                <a16:creationId xmlns:a16="http://schemas.microsoft.com/office/drawing/2014/main" id="{CADCB14D-6E8C-8EF2-F065-9F5CB259F4F9}"/>
              </a:ext>
            </a:extLst>
          </p:cNvPr>
          <p:cNvSpPr>
            <a:spLocks noGrp="1"/>
          </p:cNvSpPr>
          <p:nvPr>
            <p:ph type="sldNum" sz="quarter" idx="12"/>
          </p:nvPr>
        </p:nvSpPr>
        <p:spPr/>
        <p:txBody>
          <a:bodyPr/>
          <a:lstStyle/>
          <a:p>
            <a:fld id="{34B7E4EF-A1BD-40F4-AB7B-04F084DD991D}" type="slidenum">
              <a:rPr lang="en-US" smtClean="0"/>
              <a:t>22</a:t>
            </a:fld>
            <a:endParaRPr lang="en-US"/>
          </a:p>
        </p:txBody>
      </p:sp>
      <p:sp>
        <p:nvSpPr>
          <p:cNvPr id="6" name="TextBox 5">
            <a:extLst>
              <a:ext uri="{FF2B5EF4-FFF2-40B4-BE49-F238E27FC236}">
                <a16:creationId xmlns:a16="http://schemas.microsoft.com/office/drawing/2014/main" id="{53B7A0B5-C6B9-D35F-C6B0-4A15812F3325}"/>
              </a:ext>
            </a:extLst>
          </p:cNvPr>
          <p:cNvSpPr txBox="1"/>
          <p:nvPr/>
        </p:nvSpPr>
        <p:spPr>
          <a:xfrm>
            <a:off x="1141413" y="2249488"/>
            <a:ext cx="9905997" cy="1938992"/>
          </a:xfrm>
          <a:prstGeom prst="rect">
            <a:avLst/>
          </a:prstGeom>
          <a:noFill/>
        </p:spPr>
        <p:txBody>
          <a:bodyPr wrap="square">
            <a:spAutoFit/>
          </a:bodyPr>
          <a:lstStyle/>
          <a:p>
            <a:pPr marL="342900" indent="-342900" algn="just">
              <a:buFont typeface="Arial" panose="020B0604020202020204" pitchFamily="34" charset="0"/>
              <a:buChar char="•"/>
            </a:pPr>
            <a:r>
              <a:rPr lang="en-US"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K-Nearest Neighbors (KNN) </a:t>
            </a:r>
            <a:r>
              <a:rPr lang="en-US" sz="20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is a simple yet powerful machine learning algorithm used for both classification and regression tasks.</a:t>
            </a:r>
          </a:p>
          <a:p>
            <a:pPr marL="342900" indent="-342900" algn="just">
              <a:buFont typeface="Arial" panose="020B0604020202020204" pitchFamily="34" charset="0"/>
              <a:buChar char="•"/>
            </a:pPr>
            <a:endParaRPr lang="ar-SA" sz="20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endParaRPr lang="en-US" sz="20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0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It is a non-parametric and instance-based learning algorithm, meaning it makes predictions based on the similarity between input data points and the data points in its training set.</a:t>
            </a:r>
          </a:p>
        </p:txBody>
      </p:sp>
    </p:spTree>
    <p:extLst>
      <p:ext uri="{BB962C8B-B14F-4D97-AF65-F5344CB8AC3E}">
        <p14:creationId xmlns:p14="http://schemas.microsoft.com/office/powerpoint/2010/main" val="42931035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B49B6F-9EC2-CC29-FC5D-32F550691294}"/>
              </a:ext>
            </a:extLst>
          </p:cNvPr>
          <p:cNvSpPr>
            <a:spLocks noGrp="1"/>
          </p:cNvSpPr>
          <p:nvPr>
            <p:ph type="title"/>
          </p:nvPr>
        </p:nvSpPr>
        <p:spPr>
          <a:xfrm>
            <a:off x="1617233" y="4539573"/>
            <a:ext cx="8957534" cy="1182838"/>
          </a:xfrm>
        </p:spPr>
        <p:txBody>
          <a:bodyPr vert="horz" lIns="91440" tIns="45720" rIns="91440" bIns="45720" rtlCol="0" anchor="b">
            <a:normAutofit/>
          </a:bodyPr>
          <a:lstStyle/>
          <a:p>
            <a:pPr algn="ctr"/>
            <a:r>
              <a:rPr lang="en-US" sz="4800" dirty="0">
                <a:solidFill>
                  <a:srgbClr val="FFFFFF"/>
                </a:solidFill>
              </a:rPr>
              <a:t>Storytelling of GPT</a:t>
            </a:r>
          </a:p>
        </p:txBody>
      </p:sp>
      <p:sp>
        <p:nvSpPr>
          <p:cNvPr id="4" name="Slide Number Placeholder 3">
            <a:extLst>
              <a:ext uri="{FF2B5EF4-FFF2-40B4-BE49-F238E27FC236}">
                <a16:creationId xmlns:a16="http://schemas.microsoft.com/office/drawing/2014/main" id="{00243BB1-DD65-321D-AC17-433AD2113224}"/>
              </a:ext>
            </a:extLst>
          </p:cNvPr>
          <p:cNvSpPr>
            <a:spLocks noGrp="1"/>
          </p:cNvSpPr>
          <p:nvPr>
            <p:ph type="sldNum" sz="quarter" idx="12"/>
          </p:nvPr>
        </p:nvSpPr>
        <p:spPr>
          <a:xfrm>
            <a:off x="9896911" y="6309360"/>
            <a:ext cx="771089" cy="365125"/>
          </a:xfrm>
        </p:spPr>
        <p:txBody>
          <a:bodyPr vert="horz" lIns="91440" tIns="45720" rIns="91440" bIns="45720" rtlCol="0" anchor="ctr">
            <a:normAutofit/>
          </a:bodyPr>
          <a:lstStyle/>
          <a:p>
            <a:pPr>
              <a:spcAft>
                <a:spcPts val="600"/>
              </a:spcAft>
            </a:pPr>
            <a:fld id="{34B7E4EF-A1BD-40F4-AB7B-04F084DD991D}" type="slidenum">
              <a:rPr lang="en-US">
                <a:solidFill>
                  <a:srgbClr val="FFFFFF"/>
                </a:solidFill>
              </a:rPr>
              <a:pPr>
                <a:spcAft>
                  <a:spcPts val="600"/>
                </a:spcAft>
              </a:pPr>
              <a:t>23</a:t>
            </a:fld>
            <a:endParaRPr lang="en-US">
              <a:solidFill>
                <a:srgbClr val="FFFFFF"/>
              </a:solidFill>
            </a:endParaRPr>
          </a:p>
        </p:txBody>
      </p:sp>
      <p:pic>
        <p:nvPicPr>
          <p:cNvPr id="6" name="Picture 5" descr="A blue background with white text&#10;&#10;Description automatically generated">
            <a:extLst>
              <a:ext uri="{FF2B5EF4-FFF2-40B4-BE49-F238E27FC236}">
                <a16:creationId xmlns:a16="http://schemas.microsoft.com/office/drawing/2014/main" id="{1BD7D6AE-0729-2728-5CC6-9DB0B7337FBB}"/>
              </a:ext>
            </a:extLst>
          </p:cNvPr>
          <p:cNvPicPr>
            <a:picLocks noChangeAspect="1"/>
          </p:cNvPicPr>
          <p:nvPr/>
        </p:nvPicPr>
        <p:blipFill>
          <a:blip r:embed="rId2"/>
          <a:stretch>
            <a:fillRect/>
          </a:stretch>
        </p:blipFill>
        <p:spPr>
          <a:xfrm>
            <a:off x="973635" y="1485411"/>
            <a:ext cx="10266669" cy="1907657"/>
          </a:xfrm>
          <a:prstGeom prst="rect">
            <a:avLst/>
          </a:prstGeom>
        </p:spPr>
      </p:pic>
    </p:spTree>
    <p:extLst>
      <p:ext uri="{BB962C8B-B14F-4D97-AF65-F5344CB8AC3E}">
        <p14:creationId xmlns:p14="http://schemas.microsoft.com/office/powerpoint/2010/main" val="263426591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37D97E-F539-9A6B-CA0A-B7625758220F}"/>
              </a:ext>
            </a:extLst>
          </p:cNvPr>
          <p:cNvSpPr>
            <a:spLocks noGrp="1"/>
          </p:cNvSpPr>
          <p:nvPr>
            <p:ph type="title"/>
          </p:nvPr>
        </p:nvSpPr>
        <p:spPr>
          <a:xfrm>
            <a:off x="1617233" y="4539573"/>
            <a:ext cx="8957534" cy="1182838"/>
          </a:xfrm>
        </p:spPr>
        <p:txBody>
          <a:bodyPr vert="horz" lIns="91440" tIns="45720" rIns="91440" bIns="45720" rtlCol="0" anchor="b">
            <a:normAutofit/>
          </a:bodyPr>
          <a:lstStyle/>
          <a:p>
            <a:pPr algn="ctr"/>
            <a:r>
              <a:rPr lang="en-US" sz="4800" dirty="0">
                <a:solidFill>
                  <a:srgbClr val="FFFFFF"/>
                </a:solidFill>
              </a:rPr>
              <a:t>Storytelling of GPT (Cont.)</a:t>
            </a:r>
          </a:p>
        </p:txBody>
      </p:sp>
      <p:sp>
        <p:nvSpPr>
          <p:cNvPr id="4" name="Slide Number Placeholder 3">
            <a:extLst>
              <a:ext uri="{FF2B5EF4-FFF2-40B4-BE49-F238E27FC236}">
                <a16:creationId xmlns:a16="http://schemas.microsoft.com/office/drawing/2014/main" id="{40EB286C-1ABB-F585-47B3-F17E3AC4990A}"/>
              </a:ext>
            </a:extLst>
          </p:cNvPr>
          <p:cNvSpPr>
            <a:spLocks noGrp="1"/>
          </p:cNvSpPr>
          <p:nvPr>
            <p:ph type="sldNum" sz="quarter" idx="12"/>
          </p:nvPr>
        </p:nvSpPr>
        <p:spPr>
          <a:xfrm>
            <a:off x="9896911" y="6309360"/>
            <a:ext cx="771089" cy="365125"/>
          </a:xfrm>
        </p:spPr>
        <p:txBody>
          <a:bodyPr vert="horz" lIns="91440" tIns="45720" rIns="91440" bIns="45720" rtlCol="0" anchor="ctr">
            <a:normAutofit/>
          </a:bodyPr>
          <a:lstStyle/>
          <a:p>
            <a:pPr>
              <a:spcAft>
                <a:spcPts val="600"/>
              </a:spcAft>
            </a:pPr>
            <a:fld id="{34B7E4EF-A1BD-40F4-AB7B-04F084DD991D}" type="slidenum">
              <a:rPr lang="en-US">
                <a:solidFill>
                  <a:srgbClr val="FFFFFF"/>
                </a:solidFill>
              </a:rPr>
              <a:pPr>
                <a:spcAft>
                  <a:spcPts val="600"/>
                </a:spcAft>
              </a:pPr>
              <a:t>24</a:t>
            </a:fld>
            <a:endParaRPr lang="en-US">
              <a:solidFill>
                <a:srgbClr val="FFFFFF"/>
              </a:solidFill>
            </a:endParaRPr>
          </a:p>
        </p:txBody>
      </p:sp>
      <p:pic>
        <p:nvPicPr>
          <p:cNvPr id="6" name="Picture 5" descr="A screenshot of a computer&#10;&#10;Description automatically generated">
            <a:extLst>
              <a:ext uri="{FF2B5EF4-FFF2-40B4-BE49-F238E27FC236}">
                <a16:creationId xmlns:a16="http://schemas.microsoft.com/office/drawing/2014/main" id="{786AC0AA-079A-5963-F5CC-53392EB4AC32}"/>
              </a:ext>
            </a:extLst>
          </p:cNvPr>
          <p:cNvPicPr>
            <a:picLocks noChangeAspect="1"/>
          </p:cNvPicPr>
          <p:nvPr/>
        </p:nvPicPr>
        <p:blipFill>
          <a:blip r:embed="rId2"/>
          <a:stretch>
            <a:fillRect/>
          </a:stretch>
        </p:blipFill>
        <p:spPr>
          <a:xfrm>
            <a:off x="2192856" y="951493"/>
            <a:ext cx="7828227" cy="2975493"/>
          </a:xfrm>
          <a:prstGeom prst="rect">
            <a:avLst/>
          </a:prstGeom>
        </p:spPr>
      </p:pic>
    </p:spTree>
    <p:extLst>
      <p:ext uri="{BB962C8B-B14F-4D97-AF65-F5344CB8AC3E}">
        <p14:creationId xmlns:p14="http://schemas.microsoft.com/office/powerpoint/2010/main" val="96202556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AA5C5E-B99E-C773-016D-763CE3A5B706}"/>
              </a:ext>
            </a:extLst>
          </p:cNvPr>
          <p:cNvSpPr>
            <a:spLocks noGrp="1"/>
          </p:cNvSpPr>
          <p:nvPr>
            <p:ph type="title"/>
          </p:nvPr>
        </p:nvSpPr>
        <p:spPr>
          <a:xfrm>
            <a:off x="1617233" y="4539573"/>
            <a:ext cx="8957534" cy="1182838"/>
          </a:xfrm>
        </p:spPr>
        <p:txBody>
          <a:bodyPr vert="horz" lIns="91440" tIns="45720" rIns="91440" bIns="45720" rtlCol="0" anchor="b">
            <a:normAutofit/>
          </a:bodyPr>
          <a:lstStyle/>
          <a:p>
            <a:pPr algn="ctr"/>
            <a:r>
              <a:rPr lang="en-US" sz="4800">
                <a:solidFill>
                  <a:srgbClr val="FFFFFF"/>
                </a:solidFill>
              </a:rPr>
              <a:t>Storytelling of GPT (CONT.)</a:t>
            </a:r>
          </a:p>
        </p:txBody>
      </p:sp>
      <p:sp>
        <p:nvSpPr>
          <p:cNvPr id="4" name="Slide Number Placeholder 3">
            <a:extLst>
              <a:ext uri="{FF2B5EF4-FFF2-40B4-BE49-F238E27FC236}">
                <a16:creationId xmlns:a16="http://schemas.microsoft.com/office/drawing/2014/main" id="{AD307CD0-EA80-88F3-B201-04DED10DC866}"/>
              </a:ext>
            </a:extLst>
          </p:cNvPr>
          <p:cNvSpPr>
            <a:spLocks noGrp="1"/>
          </p:cNvSpPr>
          <p:nvPr>
            <p:ph type="sldNum" sz="quarter" idx="12"/>
          </p:nvPr>
        </p:nvSpPr>
        <p:spPr>
          <a:xfrm>
            <a:off x="9896911" y="6309360"/>
            <a:ext cx="771089" cy="365125"/>
          </a:xfrm>
        </p:spPr>
        <p:txBody>
          <a:bodyPr vert="horz" lIns="91440" tIns="45720" rIns="91440" bIns="45720" rtlCol="0" anchor="ctr">
            <a:normAutofit/>
          </a:bodyPr>
          <a:lstStyle/>
          <a:p>
            <a:pPr>
              <a:spcAft>
                <a:spcPts val="600"/>
              </a:spcAft>
            </a:pPr>
            <a:fld id="{34B7E4EF-A1BD-40F4-AB7B-04F084DD991D}" type="slidenum">
              <a:rPr lang="en-US">
                <a:solidFill>
                  <a:srgbClr val="FFFFFF"/>
                </a:solidFill>
              </a:rPr>
              <a:pPr>
                <a:spcAft>
                  <a:spcPts val="600"/>
                </a:spcAft>
              </a:pPr>
              <a:t>25</a:t>
            </a:fld>
            <a:endParaRPr lang="en-US">
              <a:solidFill>
                <a:srgbClr val="FFFFFF"/>
              </a:solidFill>
            </a:endParaRPr>
          </a:p>
        </p:txBody>
      </p:sp>
      <p:pic>
        <p:nvPicPr>
          <p:cNvPr id="6" name="Picture 5" descr="A screenshot of a computer screen&#10;&#10;Description automatically generated">
            <a:extLst>
              <a:ext uri="{FF2B5EF4-FFF2-40B4-BE49-F238E27FC236}">
                <a16:creationId xmlns:a16="http://schemas.microsoft.com/office/drawing/2014/main" id="{2CED584D-CE7C-FD10-A7A5-52A30D884B76}"/>
              </a:ext>
            </a:extLst>
          </p:cNvPr>
          <p:cNvPicPr>
            <a:picLocks noChangeAspect="1"/>
          </p:cNvPicPr>
          <p:nvPr/>
        </p:nvPicPr>
        <p:blipFill>
          <a:blip r:embed="rId2"/>
          <a:stretch>
            <a:fillRect/>
          </a:stretch>
        </p:blipFill>
        <p:spPr>
          <a:xfrm>
            <a:off x="1643730" y="951493"/>
            <a:ext cx="8926479" cy="2975493"/>
          </a:xfrm>
          <a:prstGeom prst="rect">
            <a:avLst/>
          </a:prstGeom>
        </p:spPr>
      </p:pic>
    </p:spTree>
    <p:extLst>
      <p:ext uri="{BB962C8B-B14F-4D97-AF65-F5344CB8AC3E}">
        <p14:creationId xmlns:p14="http://schemas.microsoft.com/office/powerpoint/2010/main" val="35497868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CCD73C-FE94-BAC5-BF67-A282E4AF9E2B}"/>
              </a:ext>
            </a:extLst>
          </p:cNvPr>
          <p:cNvSpPr>
            <a:spLocks noGrp="1"/>
          </p:cNvSpPr>
          <p:nvPr>
            <p:ph type="title"/>
          </p:nvPr>
        </p:nvSpPr>
        <p:spPr/>
        <p:txBody>
          <a:bodyPr/>
          <a:lstStyle/>
          <a:p>
            <a:r>
              <a:rPr lang="en-US" dirty="0"/>
              <a:t>How it works ?</a:t>
            </a:r>
          </a:p>
        </p:txBody>
      </p:sp>
      <p:sp>
        <p:nvSpPr>
          <p:cNvPr id="4" name="Slide Number Placeholder 3">
            <a:extLst>
              <a:ext uri="{FF2B5EF4-FFF2-40B4-BE49-F238E27FC236}">
                <a16:creationId xmlns:a16="http://schemas.microsoft.com/office/drawing/2014/main" id="{4DDE2A7D-1914-E46F-0955-4A20DF5E2CDA}"/>
              </a:ext>
            </a:extLst>
          </p:cNvPr>
          <p:cNvSpPr>
            <a:spLocks noGrp="1"/>
          </p:cNvSpPr>
          <p:nvPr>
            <p:ph type="sldNum" sz="quarter" idx="12"/>
          </p:nvPr>
        </p:nvSpPr>
        <p:spPr/>
        <p:txBody>
          <a:bodyPr/>
          <a:lstStyle/>
          <a:p>
            <a:fld id="{34B7E4EF-A1BD-40F4-AB7B-04F084DD991D}" type="slidenum">
              <a:rPr lang="en-US" smtClean="0"/>
              <a:t>26</a:t>
            </a:fld>
            <a:endParaRPr lang="en-US"/>
          </a:p>
        </p:txBody>
      </p:sp>
      <p:sp>
        <p:nvSpPr>
          <p:cNvPr id="8" name="TextBox 7">
            <a:extLst>
              <a:ext uri="{FF2B5EF4-FFF2-40B4-BE49-F238E27FC236}">
                <a16:creationId xmlns:a16="http://schemas.microsoft.com/office/drawing/2014/main" id="{40AA309B-7532-8D76-1E65-BF4BA30B8136}"/>
              </a:ext>
            </a:extLst>
          </p:cNvPr>
          <p:cNvSpPr txBox="1"/>
          <p:nvPr/>
        </p:nvSpPr>
        <p:spPr>
          <a:xfrm>
            <a:off x="1141412" y="2097088"/>
            <a:ext cx="9905997" cy="2677656"/>
          </a:xfrm>
          <a:prstGeom prst="rect">
            <a:avLst/>
          </a:prstGeom>
          <a:noFill/>
        </p:spPr>
        <p:txBody>
          <a:bodyPr wrap="square" rtlCol="0">
            <a:spAutoFit/>
          </a:bodyPr>
          <a:lstStyle/>
          <a:p>
            <a:pPr marL="0" marR="0" lvl="0" indent="0" algn="just" defTabSz="914400" eaLnBrk="0" fontAlgn="base" latinLnBrk="0" hangingPunct="0">
              <a:lnSpc>
                <a:spcPct val="100000"/>
              </a:lnSpc>
              <a:spcBef>
                <a:spcPct val="0"/>
              </a:spcBef>
              <a:spcAft>
                <a:spcPct val="0"/>
              </a:spcAft>
              <a:buClrTx/>
              <a:buSzTx/>
              <a:tabLst/>
            </a:pPr>
            <a:r>
              <a:rPr kumimoji="0" lang="en-US" altLang="en-US" sz="2800" b="1" i="0" u="none" cap="none" normalizeH="0" baseline="0" dirty="0">
                <a:ln>
                  <a:noFill/>
                </a:ln>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Training Phase</a:t>
            </a:r>
            <a:r>
              <a:rPr kumimoji="0" lang="en-US" altLang="en-US" sz="2800" b="0" i="0" u="none" cap="none" normalizeH="0" baseline="0" dirty="0">
                <a:ln>
                  <a:noFill/>
                </a:ln>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p>
          <a:p>
            <a:pPr marL="0" marR="0" lvl="0" indent="0" algn="just"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algorithm is provided with a labeled training dataset, where each data point consists of features (attributes) and a corresponding class label (for classification) or a target value (for regression).</a:t>
            </a:r>
          </a:p>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KNN does not explicitly "train" a model like many other algorithms. Instead, it memorizes the entire training dataset.</a:t>
            </a:r>
          </a:p>
        </p:txBody>
      </p:sp>
    </p:spTree>
    <p:extLst>
      <p:ext uri="{BB962C8B-B14F-4D97-AF65-F5344CB8AC3E}">
        <p14:creationId xmlns:p14="http://schemas.microsoft.com/office/powerpoint/2010/main" val="148066374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90A856-EBC8-839C-7C2B-4A17F4DBB903}"/>
              </a:ext>
            </a:extLst>
          </p:cNvPr>
          <p:cNvSpPr>
            <a:spLocks noGrp="1"/>
          </p:cNvSpPr>
          <p:nvPr>
            <p:ph type="title"/>
          </p:nvPr>
        </p:nvSpPr>
        <p:spPr/>
        <p:txBody>
          <a:bodyPr/>
          <a:lstStyle/>
          <a:p>
            <a:r>
              <a:rPr lang="en-US" dirty="0"/>
              <a:t>How it works ? (Cont.)</a:t>
            </a:r>
          </a:p>
        </p:txBody>
      </p:sp>
      <p:sp>
        <p:nvSpPr>
          <p:cNvPr id="4" name="Slide Number Placeholder 3">
            <a:extLst>
              <a:ext uri="{FF2B5EF4-FFF2-40B4-BE49-F238E27FC236}">
                <a16:creationId xmlns:a16="http://schemas.microsoft.com/office/drawing/2014/main" id="{528B2F88-D530-1096-A1E1-91038EB509A3}"/>
              </a:ext>
            </a:extLst>
          </p:cNvPr>
          <p:cNvSpPr>
            <a:spLocks noGrp="1"/>
          </p:cNvSpPr>
          <p:nvPr>
            <p:ph type="sldNum" sz="quarter" idx="12"/>
          </p:nvPr>
        </p:nvSpPr>
        <p:spPr/>
        <p:txBody>
          <a:bodyPr/>
          <a:lstStyle/>
          <a:p>
            <a:fld id="{34B7E4EF-A1BD-40F4-AB7B-04F084DD991D}" type="slidenum">
              <a:rPr lang="en-US" smtClean="0"/>
              <a:t>27</a:t>
            </a:fld>
            <a:endParaRPr lang="en-US"/>
          </a:p>
        </p:txBody>
      </p:sp>
      <p:sp>
        <p:nvSpPr>
          <p:cNvPr id="5" name="TextBox 4">
            <a:extLst>
              <a:ext uri="{FF2B5EF4-FFF2-40B4-BE49-F238E27FC236}">
                <a16:creationId xmlns:a16="http://schemas.microsoft.com/office/drawing/2014/main" id="{018AA523-7815-2033-36B4-9E499FA6F4FB}"/>
              </a:ext>
            </a:extLst>
          </p:cNvPr>
          <p:cNvSpPr txBox="1"/>
          <p:nvPr/>
        </p:nvSpPr>
        <p:spPr>
          <a:xfrm>
            <a:off x="1141412" y="2097088"/>
            <a:ext cx="9905997" cy="3108543"/>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2800" b="1" i="0" u="none" strike="noStrike" cap="none" normalizeH="0" baseline="0" dirty="0">
                <a:ln>
                  <a:noFill/>
                </a:ln>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Prediction Phase</a:t>
            </a:r>
            <a:r>
              <a:rPr kumimoji="0" lang="en-US" altLang="en-US" sz="2800" b="0" i="0" u="none" strike="noStrike" cap="none" normalizeH="0" baseline="0" dirty="0">
                <a:ln>
                  <a:noFill/>
                </a:ln>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endParaRPr kumimoji="0" lang="ar-SA" altLang="en-US" sz="2800" b="0" i="0" u="none" strike="noStrike" cap="none" normalizeH="0" baseline="0" dirty="0">
              <a:ln>
                <a:noFill/>
              </a:ln>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When a new, unlabeled data point needs to be classified or predicted, KNN identifies the "k" closest data points (neighbors) from the training dataset based on a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distance metric</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often using Euclidean distance.</a:t>
            </a:r>
            <a:endParaRPr kumimoji="0" lang="ar-SA"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value of "k" is a user-defined parameter that determines how many neighbors influence the prediction. For example, if k = 3, the algorithm considers the labels or values of the three closest neighbors.</a:t>
            </a:r>
          </a:p>
        </p:txBody>
      </p:sp>
      <p:sp>
        <p:nvSpPr>
          <p:cNvPr id="7" name="Rectangle 6">
            <a:extLst>
              <a:ext uri="{FF2B5EF4-FFF2-40B4-BE49-F238E27FC236}">
                <a16:creationId xmlns:a16="http://schemas.microsoft.com/office/drawing/2014/main" id="{E1FF6815-2F57-ABFD-3751-4CF6D34358E7}"/>
              </a:ext>
            </a:extLst>
          </p:cNvPr>
          <p:cNvSpPr/>
          <p:nvPr/>
        </p:nvSpPr>
        <p:spPr>
          <a:xfrm>
            <a:off x="3291399" y="5478958"/>
            <a:ext cx="5606022" cy="769441"/>
          </a:xfrm>
          <a:prstGeom prst="rect">
            <a:avLst/>
          </a:prstGeom>
          <a:noFill/>
        </p:spPr>
        <p:txBody>
          <a:bodyPr wrap="none" lIns="91440" tIns="45720" rIns="91440" bIns="45720">
            <a:spAutoFit/>
          </a:bodyPr>
          <a:lstStyle/>
          <a:p>
            <a:pPr algn="ctr"/>
            <a:r>
              <a:rPr lang="en-US" sz="44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It has no loss function !</a:t>
            </a:r>
          </a:p>
        </p:txBody>
      </p:sp>
    </p:spTree>
    <p:extLst>
      <p:ext uri="{BB962C8B-B14F-4D97-AF65-F5344CB8AC3E}">
        <p14:creationId xmlns:p14="http://schemas.microsoft.com/office/powerpoint/2010/main" val="218888792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39B988-AB72-6611-2627-0D1A9544B6EA}"/>
              </a:ext>
            </a:extLst>
          </p:cNvPr>
          <p:cNvSpPr>
            <a:spLocks noGrp="1"/>
          </p:cNvSpPr>
          <p:nvPr>
            <p:ph type="title"/>
          </p:nvPr>
        </p:nvSpPr>
        <p:spPr/>
        <p:txBody>
          <a:bodyPr/>
          <a:lstStyle/>
          <a:p>
            <a:r>
              <a:rPr lang="en-US" dirty="0"/>
              <a:t>How it works ? (Cont.)</a:t>
            </a:r>
          </a:p>
        </p:txBody>
      </p:sp>
      <p:sp>
        <p:nvSpPr>
          <p:cNvPr id="4" name="Slide Number Placeholder 3">
            <a:extLst>
              <a:ext uri="{FF2B5EF4-FFF2-40B4-BE49-F238E27FC236}">
                <a16:creationId xmlns:a16="http://schemas.microsoft.com/office/drawing/2014/main" id="{47755C4E-CF6D-98D8-E922-DB65CF47EACE}"/>
              </a:ext>
            </a:extLst>
          </p:cNvPr>
          <p:cNvSpPr>
            <a:spLocks noGrp="1"/>
          </p:cNvSpPr>
          <p:nvPr>
            <p:ph type="sldNum" sz="quarter" idx="12"/>
          </p:nvPr>
        </p:nvSpPr>
        <p:spPr/>
        <p:txBody>
          <a:bodyPr/>
          <a:lstStyle/>
          <a:p>
            <a:fld id="{34B7E4EF-A1BD-40F4-AB7B-04F084DD991D}" type="slidenum">
              <a:rPr lang="en-US" smtClean="0"/>
              <a:t>28</a:t>
            </a:fld>
            <a:endParaRPr lang="en-US"/>
          </a:p>
        </p:txBody>
      </p:sp>
      <p:sp>
        <p:nvSpPr>
          <p:cNvPr id="7" name="TextBox 6">
            <a:extLst>
              <a:ext uri="{FF2B5EF4-FFF2-40B4-BE49-F238E27FC236}">
                <a16:creationId xmlns:a16="http://schemas.microsoft.com/office/drawing/2014/main" id="{EDE5F38A-0311-2A41-5558-54ED370CA1C0}"/>
              </a:ext>
            </a:extLst>
          </p:cNvPr>
          <p:cNvSpPr txBox="1"/>
          <p:nvPr/>
        </p:nvSpPr>
        <p:spPr>
          <a:xfrm>
            <a:off x="1141413" y="2097088"/>
            <a:ext cx="9905998" cy="2031325"/>
          </a:xfrm>
          <a:prstGeom prst="rect">
            <a:avLst/>
          </a:prstGeom>
          <a:noFill/>
        </p:spPr>
        <p:txBody>
          <a:bodyPr wrap="square">
            <a:spAutoFit/>
          </a:bodyPr>
          <a:lstStyle/>
          <a:p>
            <a:pPr marL="0" marR="0" lvl="0" indent="0" algn="just" defTabSz="914400" rtl="0" eaLnBrk="0" fontAlgn="base" latinLnBrk="0" hangingPunct="0">
              <a:lnSpc>
                <a:spcPct val="100000"/>
              </a:lnSpc>
              <a:spcBef>
                <a:spcPct val="0"/>
              </a:spcBef>
              <a:spcAft>
                <a:spcPct val="0"/>
              </a:spcAft>
              <a:buClrTx/>
              <a:buSzTx/>
              <a:tabLst/>
            </a:pPr>
            <a:r>
              <a:rPr kumimoji="0" lang="en-US" altLang="en-US" sz="2800" b="1" i="0" u="none" strike="noStrike" cap="none" normalizeH="0" baseline="0" dirty="0">
                <a:ln>
                  <a:noFill/>
                </a:ln>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Classification</a:t>
            </a:r>
            <a:r>
              <a:rPr kumimoji="0" lang="en-US" altLang="en-US" sz="2800" b="0" i="0" u="none" strike="noStrike" cap="none" normalizeH="0" baseline="0" dirty="0">
                <a:ln>
                  <a:noFill/>
                </a:ln>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p>
          <a:p>
            <a:pPr marL="0" marR="0" lvl="0" indent="0" algn="just"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For classification tasks, the algorithm assigns the class label that is most common among the k nearest neighbors. This is often done using majority </a:t>
            </a:r>
            <a:r>
              <a:rPr kumimoji="0" lang="en-US" altLang="en-US" sz="2000" b="0"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voting</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instance, if out of the k neighbors, 2 belong to class A and 1 belongs to class B, the algorithm would predict class A for the new data point.</a:t>
            </a:r>
          </a:p>
        </p:txBody>
      </p:sp>
      <p:sp>
        <p:nvSpPr>
          <p:cNvPr id="8" name="Rectangle: Rounded Corners 7">
            <a:extLst>
              <a:ext uri="{FF2B5EF4-FFF2-40B4-BE49-F238E27FC236}">
                <a16:creationId xmlns:a16="http://schemas.microsoft.com/office/drawing/2014/main" id="{A88E912C-FB20-2A4E-5FDA-C907F9B41A19}"/>
              </a:ext>
            </a:extLst>
          </p:cNvPr>
          <p:cNvSpPr/>
          <p:nvPr/>
        </p:nvSpPr>
        <p:spPr>
          <a:xfrm>
            <a:off x="5821680" y="4472276"/>
            <a:ext cx="3733800" cy="1417320"/>
          </a:xfrm>
          <a:prstGeom prst="round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2400" b="1" dirty="0"/>
              <a:t>In other words, it is the using of MODE</a:t>
            </a:r>
          </a:p>
        </p:txBody>
      </p:sp>
    </p:spTree>
    <p:extLst>
      <p:ext uri="{BB962C8B-B14F-4D97-AF65-F5344CB8AC3E}">
        <p14:creationId xmlns:p14="http://schemas.microsoft.com/office/powerpoint/2010/main" val="409982448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64C72C-DB81-ECF6-D1AC-180BE0A0845E}"/>
              </a:ext>
            </a:extLst>
          </p:cNvPr>
          <p:cNvSpPr>
            <a:spLocks noGrp="1"/>
          </p:cNvSpPr>
          <p:nvPr>
            <p:ph type="title"/>
          </p:nvPr>
        </p:nvSpPr>
        <p:spPr>
          <a:xfrm>
            <a:off x="1141413" y="618518"/>
            <a:ext cx="9905998" cy="1478570"/>
          </a:xfrm>
        </p:spPr>
        <p:txBody>
          <a:bodyPr vert="horz" lIns="91440" tIns="45720" rIns="91440" bIns="45720" rtlCol="0" anchor="ctr">
            <a:normAutofit/>
          </a:bodyPr>
          <a:lstStyle/>
          <a:p>
            <a:r>
              <a:rPr lang="en-US" dirty="0"/>
              <a:t>Similarity Metrics for KNN</a:t>
            </a:r>
          </a:p>
        </p:txBody>
      </p:sp>
      <p:sp>
        <p:nvSpPr>
          <p:cNvPr id="4" name="Slide Number Placeholder 3">
            <a:extLst>
              <a:ext uri="{FF2B5EF4-FFF2-40B4-BE49-F238E27FC236}">
                <a16:creationId xmlns:a16="http://schemas.microsoft.com/office/drawing/2014/main" id="{DFAD559C-A19D-CD88-070D-FD0BB62F17A6}"/>
              </a:ext>
            </a:extLst>
          </p:cNvPr>
          <p:cNvSpPr>
            <a:spLocks noGrp="1"/>
          </p:cNvSpPr>
          <p:nvPr>
            <p:ph type="sldNum" sz="quarter" idx="12"/>
          </p:nvPr>
        </p:nvSpPr>
        <p:spPr>
          <a:xfrm>
            <a:off x="10276321" y="6325403"/>
            <a:ext cx="771089" cy="365125"/>
          </a:xfrm>
        </p:spPr>
        <p:txBody>
          <a:bodyPr vert="horz" lIns="91440" tIns="45720" rIns="91440" bIns="45720" rtlCol="0" anchor="ctr">
            <a:normAutofit/>
          </a:bodyPr>
          <a:lstStyle/>
          <a:p>
            <a:pPr defTabSz="457200">
              <a:spcAft>
                <a:spcPts val="600"/>
              </a:spcAft>
            </a:pPr>
            <a:fld id="{34B7E4EF-A1BD-40F4-AB7B-04F084DD991D}" type="slidenum">
              <a:rPr lang="en-US" kern="1200">
                <a:solidFill>
                  <a:schemeClr val="tx1"/>
                </a:solidFill>
                <a:latin typeface="+mn-lt"/>
                <a:ea typeface="+mn-ea"/>
                <a:cs typeface="+mn-cs"/>
              </a:rPr>
              <a:pPr defTabSz="457200">
                <a:spcAft>
                  <a:spcPts val="600"/>
                </a:spcAft>
              </a:pPr>
              <a:t>29</a:t>
            </a:fld>
            <a:endParaRPr lang="en-US" kern="1200">
              <a:solidFill>
                <a:schemeClr val="tx1"/>
              </a:solidFill>
              <a:latin typeface="+mn-lt"/>
              <a:ea typeface="+mn-ea"/>
              <a:cs typeface="+mn-cs"/>
            </a:endParaRPr>
          </a:p>
        </p:txBody>
      </p:sp>
      <p:graphicFrame>
        <p:nvGraphicFramePr>
          <p:cNvPr id="8" name="TextBox 5">
            <a:extLst>
              <a:ext uri="{FF2B5EF4-FFF2-40B4-BE49-F238E27FC236}">
                <a16:creationId xmlns:a16="http://schemas.microsoft.com/office/drawing/2014/main" id="{B244F405-49FA-5F35-F17E-8896974F5C32}"/>
              </a:ext>
            </a:extLst>
          </p:cNvPr>
          <p:cNvGraphicFramePr/>
          <p:nvPr/>
        </p:nvGraphicFramePr>
        <p:xfrm>
          <a:off x="1141411" y="2440771"/>
          <a:ext cx="9905999" cy="35848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6587436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D37D03-C5CB-35A4-8CCF-A1E02C82142F}"/>
              </a:ext>
            </a:extLst>
          </p:cNvPr>
          <p:cNvSpPr>
            <a:spLocks noGrp="1"/>
          </p:cNvSpPr>
          <p:nvPr>
            <p:ph type="title"/>
          </p:nvPr>
        </p:nvSpPr>
        <p:spPr/>
        <p:txBody>
          <a:bodyPr/>
          <a:lstStyle/>
          <a:p>
            <a:r>
              <a:rPr lang="en-US" dirty="0"/>
              <a:t>Euclidean Distance (L2 Norm)</a:t>
            </a:r>
          </a:p>
        </p:txBody>
      </p:sp>
      <p:sp>
        <p:nvSpPr>
          <p:cNvPr id="4" name="Slide Number Placeholder 3">
            <a:extLst>
              <a:ext uri="{FF2B5EF4-FFF2-40B4-BE49-F238E27FC236}">
                <a16:creationId xmlns:a16="http://schemas.microsoft.com/office/drawing/2014/main" id="{747861DA-5B36-D439-CB6B-7CFB5AF859A0}"/>
              </a:ext>
            </a:extLst>
          </p:cNvPr>
          <p:cNvSpPr>
            <a:spLocks noGrp="1"/>
          </p:cNvSpPr>
          <p:nvPr>
            <p:ph type="sldNum" sz="quarter" idx="12"/>
          </p:nvPr>
        </p:nvSpPr>
        <p:spPr/>
        <p:txBody>
          <a:bodyPr/>
          <a:lstStyle/>
          <a:p>
            <a:fld id="{34B7E4EF-A1BD-40F4-AB7B-04F084DD991D}" type="slidenum">
              <a:rPr lang="en-US" smtClean="0"/>
              <a:t>30</a:t>
            </a:fld>
            <a:endParaRPr lang="en-US"/>
          </a:p>
        </p:txBody>
      </p:sp>
      <p:sp>
        <p:nvSpPr>
          <p:cNvPr id="6" name="TextBox 5">
            <a:extLst>
              <a:ext uri="{FF2B5EF4-FFF2-40B4-BE49-F238E27FC236}">
                <a16:creationId xmlns:a16="http://schemas.microsoft.com/office/drawing/2014/main" id="{35CBD18D-E463-5DE5-ABD2-59CEA320C296}"/>
              </a:ext>
            </a:extLst>
          </p:cNvPr>
          <p:cNvSpPr txBox="1"/>
          <p:nvPr/>
        </p:nvSpPr>
        <p:spPr>
          <a:xfrm>
            <a:off x="1141412" y="2097088"/>
            <a:ext cx="9905997" cy="400110"/>
          </a:xfrm>
          <a:prstGeom prst="rect">
            <a:avLst/>
          </a:prstGeom>
          <a:noFill/>
        </p:spPr>
        <p:txBody>
          <a:bodyPr wrap="square">
            <a:spAutoFit/>
          </a:bodyPr>
          <a:lstStyle/>
          <a:p>
            <a:pPr marL="285750" indent="-285750" algn="just">
              <a:buFont typeface="Arial" panose="020B0604020202020204" pitchFamily="34" charset="0"/>
              <a:buChar char="•"/>
            </a:pPr>
            <a:r>
              <a:rPr lang="en-US" sz="20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This is the most common distance metric and is used for continuous numerical data.</a:t>
            </a:r>
          </a:p>
        </p:txBody>
      </p:sp>
      <p:sp>
        <p:nvSpPr>
          <p:cNvPr id="8" name="TextBox 7">
            <a:extLst>
              <a:ext uri="{FF2B5EF4-FFF2-40B4-BE49-F238E27FC236}">
                <a16:creationId xmlns:a16="http://schemas.microsoft.com/office/drawing/2014/main" id="{9BA9BD3B-886E-5508-C819-A51EAA9B60AC}"/>
              </a:ext>
            </a:extLst>
          </p:cNvPr>
          <p:cNvSpPr txBox="1"/>
          <p:nvPr/>
        </p:nvSpPr>
        <p:spPr>
          <a:xfrm>
            <a:off x="1141412" y="2866796"/>
            <a:ext cx="9905996" cy="707886"/>
          </a:xfrm>
          <a:prstGeom prst="rect">
            <a:avLst/>
          </a:prstGeom>
          <a:noFill/>
        </p:spPr>
        <p:txBody>
          <a:bodyPr wrap="square">
            <a:spAutoFit/>
          </a:bodyPr>
          <a:lstStyle/>
          <a:p>
            <a:pPr marL="285750" indent="-285750" algn="just">
              <a:buFont typeface="Arial" panose="020B0604020202020204" pitchFamily="34" charset="0"/>
              <a:buChar char="•"/>
            </a:pPr>
            <a:r>
              <a:rPr lang="en-US" sz="20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It calculates the straight-line distance between two points in the feature space. If you have two points with coordinates (x1, y1) and (x2, y2), the Euclidean distance is:</a:t>
            </a:r>
          </a:p>
        </p:txBody>
      </p:sp>
      <p:pic>
        <p:nvPicPr>
          <p:cNvPr id="5" name="Picture 4">
            <a:extLst>
              <a:ext uri="{FF2B5EF4-FFF2-40B4-BE49-F238E27FC236}">
                <a16:creationId xmlns:a16="http://schemas.microsoft.com/office/drawing/2014/main" id="{F319603A-0F2F-158F-D1B9-E8B2B22139F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15757" y="3574682"/>
            <a:ext cx="5671511" cy="3176046"/>
          </a:xfrm>
          <a:prstGeom prst="rect">
            <a:avLst/>
          </a:prstGeom>
        </p:spPr>
      </p:pic>
    </p:spTree>
    <p:extLst>
      <p:ext uri="{BB962C8B-B14F-4D97-AF65-F5344CB8AC3E}">
        <p14:creationId xmlns:p14="http://schemas.microsoft.com/office/powerpoint/2010/main" val="83926095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CA8A4-6C24-6AC5-2BC5-549059B0F47F}"/>
              </a:ext>
            </a:extLst>
          </p:cNvPr>
          <p:cNvSpPr>
            <a:spLocks noGrp="1"/>
          </p:cNvSpPr>
          <p:nvPr>
            <p:ph type="title"/>
          </p:nvPr>
        </p:nvSpPr>
        <p:spPr/>
        <p:txBody>
          <a:bodyPr/>
          <a:lstStyle/>
          <a:p>
            <a:r>
              <a:rPr lang="en-US" dirty="0"/>
              <a:t>Manhattan Distance (L1 Norm)</a:t>
            </a:r>
          </a:p>
        </p:txBody>
      </p:sp>
      <p:sp>
        <p:nvSpPr>
          <p:cNvPr id="4" name="Slide Number Placeholder 3">
            <a:extLst>
              <a:ext uri="{FF2B5EF4-FFF2-40B4-BE49-F238E27FC236}">
                <a16:creationId xmlns:a16="http://schemas.microsoft.com/office/drawing/2014/main" id="{838B915A-8707-D33B-1894-6EC43724A098}"/>
              </a:ext>
            </a:extLst>
          </p:cNvPr>
          <p:cNvSpPr>
            <a:spLocks noGrp="1"/>
          </p:cNvSpPr>
          <p:nvPr>
            <p:ph type="sldNum" sz="quarter" idx="12"/>
          </p:nvPr>
        </p:nvSpPr>
        <p:spPr/>
        <p:txBody>
          <a:bodyPr/>
          <a:lstStyle/>
          <a:p>
            <a:fld id="{34B7E4EF-A1BD-40F4-AB7B-04F084DD991D}" type="slidenum">
              <a:rPr lang="en-US" smtClean="0"/>
              <a:t>31</a:t>
            </a:fld>
            <a:endParaRPr lang="en-US"/>
          </a:p>
        </p:txBody>
      </p:sp>
      <p:sp>
        <p:nvSpPr>
          <p:cNvPr id="6" name="TextBox 5">
            <a:extLst>
              <a:ext uri="{FF2B5EF4-FFF2-40B4-BE49-F238E27FC236}">
                <a16:creationId xmlns:a16="http://schemas.microsoft.com/office/drawing/2014/main" id="{9DF8A256-93B4-3F5E-9D52-1ECF76454308}"/>
              </a:ext>
            </a:extLst>
          </p:cNvPr>
          <p:cNvSpPr txBox="1"/>
          <p:nvPr/>
        </p:nvSpPr>
        <p:spPr>
          <a:xfrm>
            <a:off x="1141412" y="2097088"/>
            <a:ext cx="9905997" cy="707886"/>
          </a:xfrm>
          <a:prstGeom prst="rect">
            <a:avLst/>
          </a:prstGeom>
          <a:noFill/>
        </p:spPr>
        <p:txBody>
          <a:bodyPr wrap="square">
            <a:spAutoFit/>
          </a:bodyPr>
          <a:lstStyle/>
          <a:p>
            <a:pPr marL="285750" indent="-285750" algn="just">
              <a:buFont typeface="Arial" panose="020B0604020202020204" pitchFamily="34" charset="0"/>
              <a:buChar char="•"/>
            </a:pPr>
            <a:r>
              <a:rPr lang="en-US" sz="20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Also known as the "city block" or "taxicab" distance, this metric calculates the distance by summing the absolute differences between corresponding coordinates.</a:t>
            </a:r>
          </a:p>
        </p:txBody>
      </p:sp>
      <p:sp>
        <p:nvSpPr>
          <p:cNvPr id="8" name="TextBox 7">
            <a:extLst>
              <a:ext uri="{FF2B5EF4-FFF2-40B4-BE49-F238E27FC236}">
                <a16:creationId xmlns:a16="http://schemas.microsoft.com/office/drawing/2014/main" id="{DBAD7F3E-823C-8E57-7183-00DA175B8AC1}"/>
              </a:ext>
            </a:extLst>
          </p:cNvPr>
          <p:cNvSpPr txBox="1"/>
          <p:nvPr/>
        </p:nvSpPr>
        <p:spPr>
          <a:xfrm>
            <a:off x="1141411" y="3075057"/>
            <a:ext cx="9905997" cy="400110"/>
          </a:xfrm>
          <a:prstGeom prst="rect">
            <a:avLst/>
          </a:prstGeom>
          <a:noFill/>
        </p:spPr>
        <p:txBody>
          <a:bodyPr wrap="square">
            <a:spAutoFit/>
          </a:bodyPr>
          <a:lstStyle/>
          <a:p>
            <a:pPr marL="285750" indent="-285750" algn="just">
              <a:buFont typeface="Arial" panose="020B0604020202020204" pitchFamily="34" charset="0"/>
              <a:buChar char="•"/>
            </a:pPr>
            <a:r>
              <a:rPr lang="en-US" sz="20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It's often used when movement can only occur along grid lines (like streets in a city).</a:t>
            </a:r>
          </a:p>
        </p:txBody>
      </p:sp>
    </p:spTree>
    <p:extLst>
      <p:ext uri="{BB962C8B-B14F-4D97-AF65-F5344CB8AC3E}">
        <p14:creationId xmlns:p14="http://schemas.microsoft.com/office/powerpoint/2010/main" val="359506981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C7754C-8A64-6077-BD70-71CE2C97DC3A}"/>
              </a:ext>
            </a:extLst>
          </p:cNvPr>
          <p:cNvSpPr>
            <a:spLocks noGrp="1"/>
          </p:cNvSpPr>
          <p:nvPr>
            <p:ph type="title"/>
          </p:nvPr>
        </p:nvSpPr>
        <p:spPr/>
        <p:txBody>
          <a:bodyPr/>
          <a:lstStyle/>
          <a:p>
            <a:r>
              <a:rPr lang="en-US" dirty="0"/>
              <a:t>Chebyshev Distance</a:t>
            </a:r>
          </a:p>
        </p:txBody>
      </p:sp>
      <p:sp>
        <p:nvSpPr>
          <p:cNvPr id="4" name="Slide Number Placeholder 3">
            <a:extLst>
              <a:ext uri="{FF2B5EF4-FFF2-40B4-BE49-F238E27FC236}">
                <a16:creationId xmlns:a16="http://schemas.microsoft.com/office/drawing/2014/main" id="{9A7B49DD-80D8-0CE1-8DA6-7CFB7BC7947C}"/>
              </a:ext>
            </a:extLst>
          </p:cNvPr>
          <p:cNvSpPr>
            <a:spLocks noGrp="1"/>
          </p:cNvSpPr>
          <p:nvPr>
            <p:ph type="sldNum" sz="quarter" idx="12"/>
          </p:nvPr>
        </p:nvSpPr>
        <p:spPr/>
        <p:txBody>
          <a:bodyPr/>
          <a:lstStyle/>
          <a:p>
            <a:fld id="{34B7E4EF-A1BD-40F4-AB7B-04F084DD991D}" type="slidenum">
              <a:rPr lang="en-US" smtClean="0"/>
              <a:t>32</a:t>
            </a:fld>
            <a:endParaRPr lang="en-US"/>
          </a:p>
        </p:txBody>
      </p:sp>
      <p:sp>
        <p:nvSpPr>
          <p:cNvPr id="6" name="TextBox 5">
            <a:extLst>
              <a:ext uri="{FF2B5EF4-FFF2-40B4-BE49-F238E27FC236}">
                <a16:creationId xmlns:a16="http://schemas.microsoft.com/office/drawing/2014/main" id="{462B6BCD-627E-C4BE-FFFF-A3E62CD4E49C}"/>
              </a:ext>
            </a:extLst>
          </p:cNvPr>
          <p:cNvSpPr txBox="1"/>
          <p:nvPr/>
        </p:nvSpPr>
        <p:spPr>
          <a:xfrm>
            <a:off x="1141412" y="2097088"/>
            <a:ext cx="9905997" cy="400110"/>
          </a:xfrm>
          <a:prstGeom prst="rect">
            <a:avLst/>
          </a:prstGeom>
          <a:noFill/>
        </p:spPr>
        <p:txBody>
          <a:bodyPr wrap="square">
            <a:spAutoFit/>
          </a:bodyPr>
          <a:lstStyle/>
          <a:p>
            <a:pPr marL="285750" indent="-285750" algn="just">
              <a:buFont typeface="Arial" panose="020B0604020202020204" pitchFamily="34" charset="0"/>
              <a:buChar char="•"/>
            </a:pPr>
            <a:r>
              <a:rPr lang="en-US" sz="20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This metric calculates the maximum absolute difference between coordinates.</a:t>
            </a:r>
          </a:p>
        </p:txBody>
      </p:sp>
      <p:sp>
        <p:nvSpPr>
          <p:cNvPr id="8" name="TextBox 7">
            <a:extLst>
              <a:ext uri="{FF2B5EF4-FFF2-40B4-BE49-F238E27FC236}">
                <a16:creationId xmlns:a16="http://schemas.microsoft.com/office/drawing/2014/main" id="{19E9A9C5-39C7-9736-8481-7ACF19115D78}"/>
              </a:ext>
            </a:extLst>
          </p:cNvPr>
          <p:cNvSpPr txBox="1"/>
          <p:nvPr/>
        </p:nvSpPr>
        <p:spPr>
          <a:xfrm>
            <a:off x="1141411" y="2867772"/>
            <a:ext cx="9905997" cy="400110"/>
          </a:xfrm>
          <a:prstGeom prst="rect">
            <a:avLst/>
          </a:prstGeom>
          <a:noFill/>
        </p:spPr>
        <p:txBody>
          <a:bodyPr wrap="square">
            <a:spAutoFit/>
          </a:bodyPr>
          <a:lstStyle/>
          <a:p>
            <a:pPr marL="285750" indent="-285750" algn="just">
              <a:buFont typeface="Arial" panose="020B0604020202020204" pitchFamily="34" charset="0"/>
              <a:buChar char="•"/>
            </a:pPr>
            <a:r>
              <a:rPr lang="en-US" sz="20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It's useful when you want to emphasize the largest difference between dimensions.</a:t>
            </a:r>
          </a:p>
        </p:txBody>
      </p:sp>
    </p:spTree>
    <p:extLst>
      <p:ext uri="{BB962C8B-B14F-4D97-AF65-F5344CB8AC3E}">
        <p14:creationId xmlns:p14="http://schemas.microsoft.com/office/powerpoint/2010/main" val="30722426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A diagram of a number and arrows&#10;&#10;Description automatically generated with medium confidence">
            <a:extLst>
              <a:ext uri="{FF2B5EF4-FFF2-40B4-BE49-F238E27FC236}">
                <a16:creationId xmlns:a16="http://schemas.microsoft.com/office/drawing/2014/main" id="{9543B0D2-2F81-8460-D0E9-4F47E1CED6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3467" y="1656927"/>
            <a:ext cx="10905066" cy="3544146"/>
          </a:xfrm>
          <a:prstGeom prst="rect">
            <a:avLst/>
          </a:prstGeom>
        </p:spPr>
      </p:pic>
      <p:sp>
        <p:nvSpPr>
          <p:cNvPr id="4" name="Slide Number Placeholder 3">
            <a:extLst>
              <a:ext uri="{FF2B5EF4-FFF2-40B4-BE49-F238E27FC236}">
                <a16:creationId xmlns:a16="http://schemas.microsoft.com/office/drawing/2014/main" id="{4CD4CEA9-BB14-40A4-5DA5-97A074F00321}"/>
              </a:ext>
            </a:extLst>
          </p:cNvPr>
          <p:cNvSpPr>
            <a:spLocks noGrp="1"/>
          </p:cNvSpPr>
          <p:nvPr>
            <p:ph type="sldNum" sz="quarter" idx="12"/>
          </p:nvPr>
        </p:nvSpPr>
        <p:spPr>
          <a:xfrm>
            <a:off x="10276321" y="6442565"/>
            <a:ext cx="771089" cy="365125"/>
          </a:xfrm>
        </p:spPr>
        <p:txBody>
          <a:bodyPr vert="horz" lIns="91440" tIns="45720" rIns="91440" bIns="45720" rtlCol="0" anchor="ctr">
            <a:normAutofit/>
          </a:bodyPr>
          <a:lstStyle/>
          <a:p>
            <a:pPr defTabSz="457200">
              <a:spcAft>
                <a:spcPts val="600"/>
              </a:spcAft>
            </a:pPr>
            <a:fld id="{34B7E4EF-A1BD-40F4-AB7B-04F084DD991D}" type="slidenum">
              <a:rPr lang="en-US">
                <a:solidFill>
                  <a:schemeClr val="tx1"/>
                </a:solidFill>
              </a:rPr>
              <a:pPr defTabSz="457200">
                <a:spcAft>
                  <a:spcPts val="600"/>
                </a:spcAft>
              </a:pPr>
              <a:t>33</a:t>
            </a:fld>
            <a:endParaRPr lang="en-US">
              <a:solidFill>
                <a:schemeClr val="tx1"/>
              </a:solidFill>
            </a:endParaRPr>
          </a:p>
        </p:txBody>
      </p:sp>
    </p:spTree>
    <p:extLst>
      <p:ext uri="{BB962C8B-B14F-4D97-AF65-F5344CB8AC3E}">
        <p14:creationId xmlns:p14="http://schemas.microsoft.com/office/powerpoint/2010/main" val="183271430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CFE4F-C86E-295F-9883-49DFBCD1E14E}"/>
              </a:ext>
            </a:extLst>
          </p:cNvPr>
          <p:cNvSpPr>
            <a:spLocks noGrp="1"/>
          </p:cNvSpPr>
          <p:nvPr>
            <p:ph type="title"/>
          </p:nvPr>
        </p:nvSpPr>
        <p:spPr/>
        <p:txBody>
          <a:bodyPr/>
          <a:lstStyle/>
          <a:p>
            <a:r>
              <a:rPr lang="en-US" dirty="0" err="1"/>
              <a:t>Minkowsky</a:t>
            </a:r>
            <a:r>
              <a:rPr lang="en-US" dirty="0"/>
              <a:t> Distance</a:t>
            </a:r>
          </a:p>
        </p:txBody>
      </p:sp>
      <p:sp>
        <p:nvSpPr>
          <p:cNvPr id="4" name="Slide Number Placeholder 3">
            <a:extLst>
              <a:ext uri="{FF2B5EF4-FFF2-40B4-BE49-F238E27FC236}">
                <a16:creationId xmlns:a16="http://schemas.microsoft.com/office/drawing/2014/main" id="{44B1D11B-6943-9989-8093-038A3877AE38}"/>
              </a:ext>
            </a:extLst>
          </p:cNvPr>
          <p:cNvSpPr>
            <a:spLocks noGrp="1"/>
          </p:cNvSpPr>
          <p:nvPr>
            <p:ph type="sldNum" sz="quarter" idx="12"/>
          </p:nvPr>
        </p:nvSpPr>
        <p:spPr/>
        <p:txBody>
          <a:bodyPr/>
          <a:lstStyle/>
          <a:p>
            <a:fld id="{34B7E4EF-A1BD-40F4-AB7B-04F084DD991D}" type="slidenum">
              <a:rPr lang="en-US" smtClean="0"/>
              <a:t>34</a:t>
            </a:fld>
            <a:endParaRPr lang="en-US"/>
          </a:p>
        </p:txBody>
      </p:sp>
      <p:sp>
        <p:nvSpPr>
          <p:cNvPr id="6" name="TextBox 5">
            <a:extLst>
              <a:ext uri="{FF2B5EF4-FFF2-40B4-BE49-F238E27FC236}">
                <a16:creationId xmlns:a16="http://schemas.microsoft.com/office/drawing/2014/main" id="{B1DD0A1A-52F0-680E-2470-63D0390828C0}"/>
              </a:ext>
            </a:extLst>
          </p:cNvPr>
          <p:cNvSpPr txBox="1"/>
          <p:nvPr/>
        </p:nvSpPr>
        <p:spPr>
          <a:xfrm>
            <a:off x="1141412" y="2097088"/>
            <a:ext cx="9905997" cy="707886"/>
          </a:xfrm>
          <a:prstGeom prst="rect">
            <a:avLst/>
          </a:prstGeom>
          <a:noFill/>
        </p:spPr>
        <p:txBody>
          <a:bodyPr wrap="square">
            <a:spAutoFit/>
          </a:bodyPr>
          <a:lstStyle/>
          <a:p>
            <a:pPr marL="285750" indent="-285750" algn="just">
              <a:buFont typeface="Arial" panose="020B0604020202020204" pitchFamily="34" charset="0"/>
              <a:buChar char="•"/>
            </a:pPr>
            <a:r>
              <a:rPr lang="en-US" sz="20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This is a generalization of both </a:t>
            </a:r>
            <a:r>
              <a:rPr lang="en-US"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Euclidean and Manhattan distances</a:t>
            </a:r>
            <a:r>
              <a:rPr lang="en-US" sz="20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It includes a parameter "p" that allows you to control the distance calculation.</a:t>
            </a:r>
          </a:p>
        </p:txBody>
      </p:sp>
      <p:sp>
        <p:nvSpPr>
          <p:cNvPr id="8" name="TextBox 7">
            <a:extLst>
              <a:ext uri="{FF2B5EF4-FFF2-40B4-BE49-F238E27FC236}">
                <a16:creationId xmlns:a16="http://schemas.microsoft.com/office/drawing/2014/main" id="{81389F96-438B-56D0-F966-0615118A9F7C}"/>
              </a:ext>
            </a:extLst>
          </p:cNvPr>
          <p:cNvSpPr txBox="1"/>
          <p:nvPr/>
        </p:nvSpPr>
        <p:spPr>
          <a:xfrm>
            <a:off x="1141412" y="3075057"/>
            <a:ext cx="9905996" cy="707886"/>
          </a:xfrm>
          <a:prstGeom prst="rect">
            <a:avLst/>
          </a:prstGeom>
          <a:noFill/>
        </p:spPr>
        <p:txBody>
          <a:bodyPr wrap="square">
            <a:spAutoFit/>
          </a:bodyPr>
          <a:lstStyle/>
          <a:p>
            <a:pPr marL="285750" indent="-285750" algn="just">
              <a:buFont typeface="Arial" panose="020B0604020202020204" pitchFamily="34" charset="0"/>
              <a:buChar char="•"/>
            </a:pPr>
            <a:r>
              <a:rPr lang="en-US" sz="20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When p = 1, it's equivalent to the Manhattan distance, and when p = 2, it's the Euclidean distance.</a:t>
            </a:r>
          </a:p>
        </p:txBody>
      </p:sp>
      <p:pic>
        <p:nvPicPr>
          <p:cNvPr id="10" name="Picture 9" descr="A black text with letters and numbers&#10;&#10;Description automatically generated">
            <a:extLst>
              <a:ext uri="{FF2B5EF4-FFF2-40B4-BE49-F238E27FC236}">
                <a16:creationId xmlns:a16="http://schemas.microsoft.com/office/drawing/2014/main" id="{03B6F216-668B-03FE-639F-E7D5AA2795B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62340" y="4232252"/>
            <a:ext cx="3350605" cy="1651022"/>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388320614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53E331-B119-ACB5-4BF4-86E8E2441810}"/>
              </a:ext>
            </a:extLst>
          </p:cNvPr>
          <p:cNvSpPr>
            <a:spLocks noGrp="1"/>
          </p:cNvSpPr>
          <p:nvPr>
            <p:ph type="title"/>
          </p:nvPr>
        </p:nvSpPr>
        <p:spPr>
          <a:xfrm>
            <a:off x="1617233" y="4539573"/>
            <a:ext cx="8957534" cy="1182838"/>
          </a:xfrm>
        </p:spPr>
        <p:txBody>
          <a:bodyPr vert="horz" lIns="91440" tIns="45720" rIns="91440" bIns="45720" rtlCol="0" anchor="b">
            <a:normAutofit/>
          </a:bodyPr>
          <a:lstStyle/>
          <a:p>
            <a:pPr algn="ctr"/>
            <a:r>
              <a:rPr lang="en-US" sz="4800">
                <a:solidFill>
                  <a:srgbClr val="FFFFFF"/>
                </a:solidFill>
              </a:rPr>
              <a:t>Pros &amp; Cons.</a:t>
            </a:r>
          </a:p>
        </p:txBody>
      </p:sp>
      <p:sp>
        <p:nvSpPr>
          <p:cNvPr id="4" name="Slide Number Placeholder 3">
            <a:extLst>
              <a:ext uri="{FF2B5EF4-FFF2-40B4-BE49-F238E27FC236}">
                <a16:creationId xmlns:a16="http://schemas.microsoft.com/office/drawing/2014/main" id="{4AFA2316-4D2B-EEE4-CE3C-6EC0470C0507}"/>
              </a:ext>
            </a:extLst>
          </p:cNvPr>
          <p:cNvSpPr>
            <a:spLocks noGrp="1"/>
          </p:cNvSpPr>
          <p:nvPr>
            <p:ph type="sldNum" sz="quarter" idx="12"/>
          </p:nvPr>
        </p:nvSpPr>
        <p:spPr>
          <a:xfrm>
            <a:off x="9896911" y="6309360"/>
            <a:ext cx="771089" cy="365125"/>
          </a:xfrm>
        </p:spPr>
        <p:txBody>
          <a:bodyPr vert="horz" lIns="91440" tIns="45720" rIns="91440" bIns="45720" rtlCol="0" anchor="ctr">
            <a:normAutofit/>
          </a:bodyPr>
          <a:lstStyle/>
          <a:p>
            <a:pPr>
              <a:spcAft>
                <a:spcPts val="600"/>
              </a:spcAft>
            </a:pPr>
            <a:fld id="{34B7E4EF-A1BD-40F4-AB7B-04F084DD991D}" type="slidenum">
              <a:rPr lang="en-US">
                <a:solidFill>
                  <a:srgbClr val="FFFFFF"/>
                </a:solidFill>
              </a:rPr>
              <a:pPr>
                <a:spcAft>
                  <a:spcPts val="600"/>
                </a:spcAft>
              </a:pPr>
              <a:t>35</a:t>
            </a:fld>
            <a:endParaRPr lang="en-US">
              <a:solidFill>
                <a:srgbClr val="FFFFFF"/>
              </a:solidFill>
            </a:endParaRPr>
          </a:p>
        </p:txBody>
      </p:sp>
      <p:pic>
        <p:nvPicPr>
          <p:cNvPr id="6" name="Picture 5" descr="A screenshot of a computer&#10;&#10;Description automatically generated">
            <a:extLst>
              <a:ext uri="{FF2B5EF4-FFF2-40B4-BE49-F238E27FC236}">
                <a16:creationId xmlns:a16="http://schemas.microsoft.com/office/drawing/2014/main" id="{9AE94282-33D8-03CC-6E4B-CCCFEE127EBC}"/>
              </a:ext>
            </a:extLst>
          </p:cNvPr>
          <p:cNvPicPr>
            <a:picLocks noChangeAspect="1"/>
          </p:cNvPicPr>
          <p:nvPr/>
        </p:nvPicPr>
        <p:blipFill>
          <a:blip r:embed="rId2"/>
          <a:stretch>
            <a:fillRect/>
          </a:stretch>
        </p:blipFill>
        <p:spPr>
          <a:xfrm>
            <a:off x="2802553" y="951493"/>
            <a:ext cx="6608832" cy="2975493"/>
          </a:xfrm>
          <a:prstGeom prst="rect">
            <a:avLst/>
          </a:prstGeom>
        </p:spPr>
      </p:pic>
    </p:spTree>
    <p:extLst>
      <p:ext uri="{BB962C8B-B14F-4D97-AF65-F5344CB8AC3E}">
        <p14:creationId xmlns:p14="http://schemas.microsoft.com/office/powerpoint/2010/main" val="36998893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FF95F8-F73D-AB22-F269-6B20298B796F}"/>
              </a:ext>
            </a:extLst>
          </p:cNvPr>
          <p:cNvSpPr>
            <a:spLocks noGrp="1"/>
          </p:cNvSpPr>
          <p:nvPr>
            <p:ph type="title"/>
          </p:nvPr>
        </p:nvSpPr>
        <p:spPr>
          <a:xfrm>
            <a:off x="995681" y="1625600"/>
            <a:ext cx="9672319" cy="4149724"/>
          </a:xfrm>
        </p:spPr>
        <p:txBody>
          <a:bodyPr vert="horz" lIns="91440" tIns="45720" rIns="91440" bIns="45720" rtlCol="0" anchor="ctr">
            <a:normAutofit/>
          </a:bodyPr>
          <a:lstStyle/>
          <a:p>
            <a:pPr algn="ctr"/>
            <a:r>
              <a:rPr lang="en-US" sz="8800" b="1" dirty="0"/>
              <a:t>Decision Tree</a:t>
            </a:r>
          </a:p>
        </p:txBody>
      </p:sp>
      <p:sp>
        <p:nvSpPr>
          <p:cNvPr id="4" name="Slide Number Placeholder 3">
            <a:extLst>
              <a:ext uri="{FF2B5EF4-FFF2-40B4-BE49-F238E27FC236}">
                <a16:creationId xmlns:a16="http://schemas.microsoft.com/office/drawing/2014/main" id="{30EA87A1-FE07-AFE2-B82B-8FDB3A31F2C4}"/>
              </a:ext>
            </a:extLst>
          </p:cNvPr>
          <p:cNvSpPr>
            <a:spLocks noGrp="1"/>
          </p:cNvSpPr>
          <p:nvPr>
            <p:ph type="sldNum" sz="quarter" idx="12"/>
          </p:nvPr>
        </p:nvSpPr>
        <p:spPr>
          <a:xfrm>
            <a:off x="9896911" y="5410199"/>
            <a:ext cx="771089" cy="365125"/>
          </a:xfrm>
        </p:spPr>
        <p:txBody>
          <a:bodyPr vert="horz" lIns="91440" tIns="45720" rIns="91440" bIns="45720" rtlCol="0" anchor="ctr">
            <a:normAutofit/>
          </a:bodyPr>
          <a:lstStyle/>
          <a:p>
            <a:pPr defTabSz="457200">
              <a:spcAft>
                <a:spcPts val="600"/>
              </a:spcAft>
            </a:pPr>
            <a:fld id="{34B7E4EF-A1BD-40F4-AB7B-04F084DD991D}" type="slidenum">
              <a:rPr lang="en-US" kern="1200" dirty="0">
                <a:solidFill>
                  <a:schemeClr val="tx1">
                    <a:tint val="75000"/>
                  </a:schemeClr>
                </a:solidFill>
                <a:latin typeface="+mn-lt"/>
                <a:ea typeface="+mn-ea"/>
                <a:cs typeface="+mn-cs"/>
              </a:rPr>
              <a:pPr defTabSz="457200">
                <a:spcAft>
                  <a:spcPts val="600"/>
                </a:spcAft>
              </a:pPr>
              <a:t>36</a:t>
            </a:fld>
            <a:endParaRPr lang="en-US" kern="1200" dirty="0">
              <a:solidFill>
                <a:schemeClr val="tx1">
                  <a:tint val="75000"/>
                </a:schemeClr>
              </a:solidFill>
              <a:latin typeface="+mn-lt"/>
              <a:ea typeface="+mn-ea"/>
              <a:cs typeface="+mn-cs"/>
            </a:endParaRPr>
          </a:p>
        </p:txBody>
      </p:sp>
    </p:spTree>
    <p:extLst>
      <p:ext uri="{BB962C8B-B14F-4D97-AF65-F5344CB8AC3E}">
        <p14:creationId xmlns:p14="http://schemas.microsoft.com/office/powerpoint/2010/main" val="330024344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693C1C-E911-077A-AB2F-D30072486999}"/>
              </a:ext>
            </a:extLst>
          </p:cNvPr>
          <p:cNvSpPr>
            <a:spLocks noGrp="1"/>
          </p:cNvSpPr>
          <p:nvPr>
            <p:ph type="title"/>
          </p:nvPr>
        </p:nvSpPr>
        <p:spPr/>
        <p:txBody>
          <a:bodyPr/>
          <a:lstStyle/>
          <a:p>
            <a:r>
              <a:rPr lang="en-US" dirty="0"/>
              <a:t>A SEQUENCE OF DECISIONS</a:t>
            </a:r>
          </a:p>
        </p:txBody>
      </p:sp>
      <p:sp>
        <p:nvSpPr>
          <p:cNvPr id="4" name="TextBox 3">
            <a:extLst>
              <a:ext uri="{FF2B5EF4-FFF2-40B4-BE49-F238E27FC236}">
                <a16:creationId xmlns:a16="http://schemas.microsoft.com/office/drawing/2014/main" id="{87E31A32-8D57-57FD-E2EF-46D04014907B}"/>
              </a:ext>
            </a:extLst>
          </p:cNvPr>
          <p:cNvSpPr txBox="1"/>
          <p:nvPr/>
        </p:nvSpPr>
        <p:spPr>
          <a:xfrm>
            <a:off x="1141413" y="2097088"/>
            <a:ext cx="10417175" cy="830997"/>
          </a:xfrm>
          <a:prstGeom prst="rect">
            <a:avLst/>
          </a:prstGeom>
          <a:noFill/>
        </p:spPr>
        <p:txBody>
          <a:bodyPr wrap="square" rtlCol="0">
            <a:spAutoFit/>
          </a:bodyPr>
          <a:lstStyle/>
          <a:p>
            <a:r>
              <a:rPr 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In the summer days, do you have any criteria to get up from your bed and get out into the hot weather for important mission ?</a:t>
            </a:r>
            <a:endParaRPr lang="en-US"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505A58F9-374E-99F9-49E7-B2E04FBA33DD}"/>
              </a:ext>
            </a:extLst>
          </p:cNvPr>
          <p:cNvSpPr txBox="1"/>
          <p:nvPr/>
        </p:nvSpPr>
        <p:spPr>
          <a:xfrm>
            <a:off x="1141412" y="3098919"/>
            <a:ext cx="10417175" cy="461665"/>
          </a:xfrm>
          <a:prstGeom prst="rect">
            <a:avLst/>
          </a:prstGeom>
          <a:noFill/>
        </p:spPr>
        <p:txBody>
          <a:bodyPr wrap="square" rtlCol="0">
            <a:spAutoFit/>
          </a:bodyPr>
          <a:lstStyle/>
          <a:p>
            <a:r>
              <a:rPr 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Is there a truly something important to make you go out in that hot weather ?</a:t>
            </a:r>
            <a:endParaRPr lang="en-US"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C42029FD-8FD3-0D29-F7B0-BC16EA2B6785}"/>
              </a:ext>
            </a:extLst>
          </p:cNvPr>
          <p:cNvSpPr txBox="1"/>
          <p:nvPr/>
        </p:nvSpPr>
        <p:spPr>
          <a:xfrm>
            <a:off x="1141412" y="3889434"/>
            <a:ext cx="10417175" cy="830997"/>
          </a:xfrm>
          <a:prstGeom prst="rect">
            <a:avLst/>
          </a:prstGeom>
          <a:noFill/>
        </p:spPr>
        <p:txBody>
          <a:bodyPr wrap="square" rtlCol="0">
            <a:spAutoFit/>
          </a:bodyPr>
          <a:lstStyle/>
          <a:p>
            <a:r>
              <a:rPr 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You should re-consider you </a:t>
            </a:r>
            <a:r>
              <a:rPr lang="en-US" sz="2400" b="1" u="sng"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Decisions</a:t>
            </a:r>
            <a:r>
              <a:rPr 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based on your priorities. You can use such a thing that makes </a:t>
            </a:r>
            <a:r>
              <a:rPr lang="en-US" sz="2400" b="1" u="sng"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logic rules</a:t>
            </a:r>
            <a:r>
              <a:rPr 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that help you make a decision such as:</a:t>
            </a:r>
            <a:endParaRPr lang="en-US"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7" name="Rectangle 6">
            <a:extLst>
              <a:ext uri="{FF2B5EF4-FFF2-40B4-BE49-F238E27FC236}">
                <a16:creationId xmlns:a16="http://schemas.microsoft.com/office/drawing/2014/main" id="{3EC6F20B-C35B-DA7C-53D4-709BB6713C23}"/>
              </a:ext>
            </a:extLst>
          </p:cNvPr>
          <p:cNvSpPr/>
          <p:nvPr/>
        </p:nvSpPr>
        <p:spPr>
          <a:xfrm>
            <a:off x="4084887" y="5167610"/>
            <a:ext cx="4019049" cy="923330"/>
          </a:xfrm>
          <a:prstGeom prst="rect">
            <a:avLst/>
          </a:prstGeom>
          <a:noFill/>
        </p:spPr>
        <p:txBody>
          <a:bodyPr wrap="none" lIns="91440" tIns="45720" rIns="91440" bIns="45720">
            <a:spAutoFit/>
          </a:bodyPr>
          <a:lstStyle/>
          <a:p>
            <a:pPr algn="ctr"/>
            <a:r>
              <a:rPr lang="en-US" sz="54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Decision Tree</a:t>
            </a:r>
            <a:endParaRPr lang="en-US" sz="54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endParaRPr>
          </a:p>
        </p:txBody>
      </p:sp>
    </p:spTree>
    <p:extLst>
      <p:ext uri="{BB962C8B-B14F-4D97-AF65-F5344CB8AC3E}">
        <p14:creationId xmlns:p14="http://schemas.microsoft.com/office/powerpoint/2010/main" val="106249781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A diagram of a tree&#10;&#10;Description automatically generated">
            <a:extLst>
              <a:ext uri="{FF2B5EF4-FFF2-40B4-BE49-F238E27FC236}">
                <a16:creationId xmlns:a16="http://schemas.microsoft.com/office/drawing/2014/main" id="{508154E4-1B89-FB74-B1C9-1A3B7D48451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31223" y="643467"/>
            <a:ext cx="8329554" cy="5571066"/>
          </a:xfrm>
          <a:prstGeom prst="rect">
            <a:avLst/>
          </a:prstGeom>
        </p:spPr>
      </p:pic>
    </p:spTree>
    <p:extLst>
      <p:ext uri="{BB962C8B-B14F-4D97-AF65-F5344CB8AC3E}">
        <p14:creationId xmlns:p14="http://schemas.microsoft.com/office/powerpoint/2010/main" val="63248771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diagram of a tree&#10;&#10;Description automatically generated">
            <a:extLst>
              <a:ext uri="{FF2B5EF4-FFF2-40B4-BE49-F238E27FC236}">
                <a16:creationId xmlns:a16="http://schemas.microsoft.com/office/drawing/2014/main" id="{E2EE24A4-E54D-5EB2-79C0-5B88165E4412}"/>
              </a:ext>
            </a:extLst>
          </p:cNvPr>
          <p:cNvPicPr>
            <a:picLocks noChangeAspect="1"/>
          </p:cNvPicPr>
          <p:nvPr/>
        </p:nvPicPr>
        <p:blipFill>
          <a:blip r:embed="rId2"/>
          <a:stretch>
            <a:fillRect/>
          </a:stretch>
        </p:blipFill>
        <p:spPr>
          <a:xfrm>
            <a:off x="2381956" y="643467"/>
            <a:ext cx="7428088" cy="5571066"/>
          </a:xfrm>
          <a:prstGeom prst="rect">
            <a:avLst/>
          </a:prstGeom>
        </p:spPr>
      </p:pic>
    </p:spTree>
    <p:extLst>
      <p:ext uri="{BB962C8B-B14F-4D97-AF65-F5344CB8AC3E}">
        <p14:creationId xmlns:p14="http://schemas.microsoft.com/office/powerpoint/2010/main" val="325679598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B9E0D6-D735-55FA-D1B2-6DB6FB01CD52}"/>
              </a:ext>
            </a:extLst>
          </p:cNvPr>
          <p:cNvSpPr>
            <a:spLocks noGrp="1"/>
          </p:cNvSpPr>
          <p:nvPr>
            <p:ph type="title"/>
          </p:nvPr>
        </p:nvSpPr>
        <p:spPr>
          <a:xfrm>
            <a:off x="1617233" y="4539573"/>
            <a:ext cx="8957534" cy="1182838"/>
          </a:xfrm>
        </p:spPr>
        <p:txBody>
          <a:bodyPr vert="horz" lIns="91440" tIns="45720" rIns="91440" bIns="45720" rtlCol="0" anchor="b">
            <a:normAutofit fontScale="90000"/>
          </a:bodyPr>
          <a:lstStyle/>
          <a:p>
            <a:pPr algn="ctr"/>
            <a:r>
              <a:rPr lang="en-US" sz="3700" dirty="0">
                <a:solidFill>
                  <a:srgbClr val="FFFFFF"/>
                </a:solidFill>
              </a:rPr>
              <a:t>Something you may be familiar with</a:t>
            </a:r>
            <a:br>
              <a:rPr lang="en-US" sz="3700" dirty="0">
                <a:solidFill>
                  <a:srgbClr val="FFFFFF"/>
                </a:solidFill>
              </a:rPr>
            </a:br>
            <a:r>
              <a:rPr lang="en-US" sz="3700" dirty="0">
                <a:solidFill>
                  <a:srgbClr val="FFFFFF"/>
                </a:solidFill>
              </a:rPr>
              <a:t>(Group of if-elseif statements)</a:t>
            </a:r>
          </a:p>
        </p:txBody>
      </p:sp>
      <p:pic>
        <p:nvPicPr>
          <p:cNvPr id="7" name="Picture 6" descr="A screen shot of a computer program&#10;&#10;Description automatically generated">
            <a:extLst>
              <a:ext uri="{FF2B5EF4-FFF2-40B4-BE49-F238E27FC236}">
                <a16:creationId xmlns:a16="http://schemas.microsoft.com/office/drawing/2014/main" id="{9FE743DF-D700-A02D-29EE-ABDDA6BEC5F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86597" y="951493"/>
            <a:ext cx="5640744" cy="2975493"/>
          </a:xfrm>
          <a:prstGeom prst="rect">
            <a:avLst/>
          </a:prstGeom>
        </p:spPr>
      </p:pic>
    </p:spTree>
    <p:extLst>
      <p:ext uri="{BB962C8B-B14F-4D97-AF65-F5344CB8AC3E}">
        <p14:creationId xmlns:p14="http://schemas.microsoft.com/office/powerpoint/2010/main" val="164465874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4606B9-92D2-5D6C-E88A-1B9EBE4961CD}"/>
              </a:ext>
            </a:extLst>
          </p:cNvPr>
          <p:cNvSpPr>
            <a:spLocks noGrp="1"/>
          </p:cNvSpPr>
          <p:nvPr>
            <p:ph type="title"/>
          </p:nvPr>
        </p:nvSpPr>
        <p:spPr/>
        <p:txBody>
          <a:bodyPr/>
          <a:lstStyle/>
          <a:p>
            <a:r>
              <a:rPr lang="en-US" dirty="0"/>
              <a:t>What is “Decision Tree” ?</a:t>
            </a:r>
          </a:p>
        </p:txBody>
      </p:sp>
      <p:sp>
        <p:nvSpPr>
          <p:cNvPr id="5" name="TextBox 4">
            <a:extLst>
              <a:ext uri="{FF2B5EF4-FFF2-40B4-BE49-F238E27FC236}">
                <a16:creationId xmlns:a16="http://schemas.microsoft.com/office/drawing/2014/main" id="{59A9A2DD-CB0E-8FE7-0CAE-D8BE512BA824}"/>
              </a:ext>
            </a:extLst>
          </p:cNvPr>
          <p:cNvSpPr txBox="1"/>
          <p:nvPr/>
        </p:nvSpPr>
        <p:spPr>
          <a:xfrm>
            <a:off x="1141412" y="2005997"/>
            <a:ext cx="9731375" cy="1200329"/>
          </a:xfrm>
          <a:prstGeom prst="rect">
            <a:avLst/>
          </a:prstGeom>
          <a:noFill/>
        </p:spPr>
        <p:txBody>
          <a:bodyPr wrap="square">
            <a:spAutoFit/>
          </a:bodyPr>
          <a:lstStyle/>
          <a:p>
            <a:pPr marL="342900" indent="-342900" algn="just">
              <a:buFont typeface="Arial" panose="020B0604020202020204" pitchFamily="34" charset="0"/>
              <a:buChar char="•"/>
            </a:pPr>
            <a:r>
              <a:rPr 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Decision tree </a:t>
            </a:r>
            <a:r>
              <a:rPr lang="en-US" sz="24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is one of the most powerful tools of </a:t>
            </a:r>
            <a:r>
              <a:rPr lang="en-US" sz="2400" b="1" u="sng"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supervised learning</a:t>
            </a:r>
            <a:r>
              <a:rPr 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sz="24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algorithms used for both classification and regression tasks in machine learning.</a:t>
            </a:r>
          </a:p>
        </p:txBody>
      </p:sp>
      <p:sp>
        <p:nvSpPr>
          <p:cNvPr id="7" name="TextBox 6">
            <a:extLst>
              <a:ext uri="{FF2B5EF4-FFF2-40B4-BE49-F238E27FC236}">
                <a16:creationId xmlns:a16="http://schemas.microsoft.com/office/drawing/2014/main" id="{27436D07-BBB0-77D1-A293-13261A411598}"/>
              </a:ext>
            </a:extLst>
          </p:cNvPr>
          <p:cNvSpPr txBox="1"/>
          <p:nvPr/>
        </p:nvSpPr>
        <p:spPr>
          <a:xfrm>
            <a:off x="1141413" y="3206326"/>
            <a:ext cx="9579769" cy="1200329"/>
          </a:xfrm>
          <a:prstGeom prst="rect">
            <a:avLst/>
          </a:prstGeom>
          <a:noFill/>
        </p:spPr>
        <p:txBody>
          <a:bodyPr wrap="square">
            <a:spAutoFit/>
          </a:bodyPr>
          <a:lstStyle/>
          <a:p>
            <a:pPr marL="342900" indent="-342900" algn="just">
              <a:buFont typeface="Arial" panose="020B0604020202020204" pitchFamily="34" charset="0"/>
              <a:buChar char="•"/>
            </a:pPr>
            <a:r>
              <a:rPr lang="en-US" sz="24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It builds a </a:t>
            </a:r>
            <a:r>
              <a:rPr lang="en-US" sz="2400" b="1" u="sng"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flowchart-like tree structure</a:t>
            </a:r>
            <a:r>
              <a:rPr lang="en-US" sz="24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where each internal node denotes a test on an attribute, each branch represents an outcome of the test, and each leaf node (terminal node) holds a class label.</a:t>
            </a:r>
          </a:p>
        </p:txBody>
      </p:sp>
      <p:sp>
        <p:nvSpPr>
          <p:cNvPr id="9" name="TextBox 8">
            <a:extLst>
              <a:ext uri="{FF2B5EF4-FFF2-40B4-BE49-F238E27FC236}">
                <a16:creationId xmlns:a16="http://schemas.microsoft.com/office/drawing/2014/main" id="{5AAAC628-78C4-9410-5420-73BE8C34FBCC}"/>
              </a:ext>
            </a:extLst>
          </p:cNvPr>
          <p:cNvSpPr txBox="1"/>
          <p:nvPr/>
        </p:nvSpPr>
        <p:spPr>
          <a:xfrm>
            <a:off x="1141412" y="4684896"/>
            <a:ext cx="9579769" cy="1569660"/>
          </a:xfrm>
          <a:prstGeom prst="rect">
            <a:avLst/>
          </a:prstGeom>
          <a:noFill/>
        </p:spPr>
        <p:txBody>
          <a:bodyPr wrap="square">
            <a:spAutoFit/>
          </a:bodyPr>
          <a:lstStyle/>
          <a:p>
            <a:pPr marL="342900" indent="-342900" algn="just">
              <a:buFont typeface="Arial" panose="020B0604020202020204" pitchFamily="34" charset="0"/>
              <a:buChar char="•"/>
            </a:pPr>
            <a:r>
              <a:rPr lang="en-US" sz="24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It is constructed by </a:t>
            </a:r>
            <a:r>
              <a:rPr lang="en-US" sz="2400"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recursively splitting </a:t>
            </a:r>
            <a:r>
              <a:rPr lang="en-US" sz="24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the training data into subsets based on the values of the attributes until a stopping criterion is met, such as the maximum depth of the tree or the minimum number of samples required to split a node.</a:t>
            </a:r>
          </a:p>
        </p:txBody>
      </p:sp>
    </p:spTree>
    <p:extLst>
      <p:ext uri="{BB962C8B-B14F-4D97-AF65-F5344CB8AC3E}">
        <p14:creationId xmlns:p14="http://schemas.microsoft.com/office/powerpoint/2010/main" val="322010643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8AF0B9-223E-0786-7DCC-0FC176A8CCE1}"/>
              </a:ext>
            </a:extLst>
          </p:cNvPr>
          <p:cNvSpPr>
            <a:spLocks noGrp="1"/>
          </p:cNvSpPr>
          <p:nvPr>
            <p:ph type="title"/>
          </p:nvPr>
        </p:nvSpPr>
        <p:spPr>
          <a:xfrm>
            <a:off x="1577445" y="1168078"/>
            <a:ext cx="9048219" cy="1092200"/>
          </a:xfrm>
        </p:spPr>
        <p:txBody>
          <a:bodyPr vert="horz" lIns="91440" tIns="45720" rIns="91440" bIns="45720" rtlCol="0" anchor="ctr">
            <a:normAutofit/>
          </a:bodyPr>
          <a:lstStyle/>
          <a:p>
            <a:pPr algn="ctr"/>
            <a:r>
              <a:rPr lang="en-US" dirty="0">
                <a:solidFill>
                  <a:srgbClr val="FFFFFF"/>
                </a:solidFill>
              </a:rPr>
              <a:t>Why Decision Tree ?</a:t>
            </a:r>
          </a:p>
        </p:txBody>
      </p:sp>
      <p:sp>
        <p:nvSpPr>
          <p:cNvPr id="5" name="TextBox 4">
            <a:extLst>
              <a:ext uri="{FF2B5EF4-FFF2-40B4-BE49-F238E27FC236}">
                <a16:creationId xmlns:a16="http://schemas.microsoft.com/office/drawing/2014/main" id="{D1FCF12E-415B-B6D3-BA28-43D10D4B3764}"/>
              </a:ext>
            </a:extLst>
          </p:cNvPr>
          <p:cNvSpPr txBox="1"/>
          <p:nvPr/>
        </p:nvSpPr>
        <p:spPr>
          <a:xfrm>
            <a:off x="1577446" y="2413001"/>
            <a:ext cx="9048218" cy="3033180"/>
          </a:xfrm>
          <a:prstGeom prst="rect">
            <a:avLst/>
          </a:prstGeom>
        </p:spPr>
        <p:txBody>
          <a:bodyPr vert="horz" lIns="91440" tIns="45720" rIns="91440" bIns="45720" rtlCol="0" anchor="ctr">
            <a:normAutofit/>
          </a:bodyPr>
          <a:lstStyle/>
          <a:p>
            <a:pPr indent="-228600">
              <a:lnSpc>
                <a:spcPct val="120000"/>
              </a:lnSpc>
              <a:spcAft>
                <a:spcPts val="600"/>
              </a:spcAft>
              <a:buSzPct val="125000"/>
              <a:buFont typeface="Arial" panose="020B0604020202020204" pitchFamily="34" charset="0"/>
              <a:buChar char="•"/>
            </a:pPr>
            <a:r>
              <a:rPr lang="en-US" sz="2800" dirty="0">
                <a:solidFill>
                  <a:srgbClr val="FFFFFF"/>
                </a:solidFill>
                <a:effectLst>
                  <a:outerShdw blurRad="38100" dist="38100" dir="2700000" algn="tl">
                    <a:srgbClr val="000000">
                      <a:alpha val="43137"/>
                    </a:srgbClr>
                  </a:outerShdw>
                </a:effectLst>
              </a:rPr>
              <a:t>A decision tree simply asks a question and based on the answer (Yes/No), it further split the tree into sub-trees.</a:t>
            </a:r>
          </a:p>
        </p:txBody>
      </p:sp>
    </p:spTree>
    <p:extLst>
      <p:ext uri="{BB962C8B-B14F-4D97-AF65-F5344CB8AC3E}">
        <p14:creationId xmlns:p14="http://schemas.microsoft.com/office/powerpoint/2010/main" val="195323590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F05919C-58FF-001D-F793-C22F2B9DCB22}"/>
              </a:ext>
            </a:extLst>
          </p:cNvPr>
          <p:cNvSpPr/>
          <p:nvPr/>
        </p:nvSpPr>
        <p:spPr>
          <a:xfrm>
            <a:off x="1795431" y="2136338"/>
            <a:ext cx="8601137" cy="2585323"/>
          </a:xfrm>
          <a:prstGeom prst="rect">
            <a:avLst/>
          </a:prstGeom>
          <a:noFill/>
        </p:spPr>
        <p:txBody>
          <a:bodyPr wrap="none" lIns="91440" tIns="45720" rIns="91440" bIns="45720">
            <a:spAutoFit/>
          </a:bodyPr>
          <a:lstStyle/>
          <a:p>
            <a:pPr algn="ctr"/>
            <a:r>
              <a:rPr lang="en-US" sz="54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Before going to Decision Tree</a:t>
            </a:r>
          </a:p>
          <a:p>
            <a:pPr algn="ctr"/>
            <a:r>
              <a:rPr lang="en-US" sz="54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You should know some</a:t>
            </a:r>
          </a:p>
          <a:p>
            <a:pPr algn="ctr"/>
            <a:r>
              <a:rPr lang="en-US" sz="54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TERMINOLOGIES</a:t>
            </a:r>
          </a:p>
        </p:txBody>
      </p:sp>
    </p:spTree>
    <p:extLst>
      <p:ext uri="{BB962C8B-B14F-4D97-AF65-F5344CB8AC3E}">
        <p14:creationId xmlns:p14="http://schemas.microsoft.com/office/powerpoint/2010/main" val="92748155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2469F9-22B2-EE3C-58A8-98CB533742D7}"/>
              </a:ext>
            </a:extLst>
          </p:cNvPr>
          <p:cNvSpPr>
            <a:spLocks noGrp="1"/>
          </p:cNvSpPr>
          <p:nvPr>
            <p:ph type="title"/>
          </p:nvPr>
        </p:nvSpPr>
        <p:spPr/>
        <p:txBody>
          <a:bodyPr/>
          <a:lstStyle/>
          <a:p>
            <a:r>
              <a:rPr lang="en-US" dirty="0"/>
              <a:t>Decision Tree Terminologies</a:t>
            </a:r>
          </a:p>
        </p:txBody>
      </p:sp>
      <p:graphicFrame>
        <p:nvGraphicFramePr>
          <p:cNvPr id="4" name="Table 4">
            <a:extLst>
              <a:ext uri="{FF2B5EF4-FFF2-40B4-BE49-F238E27FC236}">
                <a16:creationId xmlns:a16="http://schemas.microsoft.com/office/drawing/2014/main" id="{5087AEA3-955F-3516-6605-633593E982C2}"/>
              </a:ext>
            </a:extLst>
          </p:cNvPr>
          <p:cNvGraphicFramePr>
            <a:graphicFrameLocks noGrp="1"/>
          </p:cNvGraphicFramePr>
          <p:nvPr/>
        </p:nvGraphicFramePr>
        <p:xfrm>
          <a:off x="1312863" y="1939925"/>
          <a:ext cx="9905998" cy="4408024"/>
        </p:xfrm>
        <a:graphic>
          <a:graphicData uri="http://schemas.openxmlformats.org/drawingml/2006/table">
            <a:tbl>
              <a:tblPr firstRow="1" bandRow="1">
                <a:tableStyleId>{7DF18680-E054-41AD-8BC1-D1AEF772440D}</a:tableStyleId>
              </a:tblPr>
              <a:tblGrid>
                <a:gridCol w="2540347">
                  <a:extLst>
                    <a:ext uri="{9D8B030D-6E8A-4147-A177-3AD203B41FA5}">
                      <a16:colId xmlns:a16="http://schemas.microsoft.com/office/drawing/2014/main" val="532027391"/>
                    </a:ext>
                  </a:extLst>
                </a:gridCol>
                <a:gridCol w="7365651">
                  <a:extLst>
                    <a:ext uri="{9D8B030D-6E8A-4147-A177-3AD203B41FA5}">
                      <a16:colId xmlns:a16="http://schemas.microsoft.com/office/drawing/2014/main" val="1813822994"/>
                    </a:ext>
                  </a:extLst>
                </a:gridCol>
              </a:tblGrid>
              <a:tr h="567544">
                <a:tc>
                  <a:txBody>
                    <a:bodyPr/>
                    <a:lstStyle/>
                    <a:p>
                      <a:pPr algn="ctr"/>
                      <a:r>
                        <a:rPr lang="en-US" dirty="0"/>
                        <a:t>Terminology</a:t>
                      </a:r>
                    </a:p>
                  </a:txBody>
                  <a:tcPr anchor="ctr"/>
                </a:tc>
                <a:tc>
                  <a:txBody>
                    <a:bodyPr/>
                    <a:lstStyle/>
                    <a:p>
                      <a:pPr algn="ctr"/>
                      <a:r>
                        <a:rPr lang="en-US" dirty="0"/>
                        <a:t>Description</a:t>
                      </a:r>
                    </a:p>
                  </a:txBody>
                  <a:tcPr anchor="ctr"/>
                </a:tc>
                <a:extLst>
                  <a:ext uri="{0D108BD9-81ED-4DB2-BD59-A6C34878D82A}">
                    <a16:rowId xmlns:a16="http://schemas.microsoft.com/office/drawing/2014/main" val="2824298443"/>
                  </a:ext>
                </a:extLst>
              </a:tr>
              <a:tr h="567544">
                <a:tc>
                  <a:txBody>
                    <a:bodyPr/>
                    <a:lstStyle/>
                    <a:p>
                      <a:pPr algn="ctr"/>
                      <a:r>
                        <a:rPr lang="en-US" b="1" dirty="0"/>
                        <a:t>Root Node</a:t>
                      </a:r>
                    </a:p>
                  </a:txBody>
                  <a:tcPr anchor="ctr"/>
                </a:tc>
                <a:tc>
                  <a:txBody>
                    <a:bodyPr/>
                    <a:lstStyle/>
                    <a:p>
                      <a:pPr algn="ctr"/>
                      <a:r>
                        <a:rPr lang="en-US" dirty="0"/>
                        <a:t>Root node is from where the decision tree starts. It represents the entire dataset, which further gets divided into two or more homogeneous sets.</a:t>
                      </a:r>
                    </a:p>
                  </a:txBody>
                  <a:tcPr anchor="ctr"/>
                </a:tc>
                <a:extLst>
                  <a:ext uri="{0D108BD9-81ED-4DB2-BD59-A6C34878D82A}">
                    <a16:rowId xmlns:a16="http://schemas.microsoft.com/office/drawing/2014/main" val="3062881128"/>
                  </a:ext>
                </a:extLst>
              </a:tr>
              <a:tr h="567544">
                <a:tc>
                  <a:txBody>
                    <a:bodyPr/>
                    <a:lstStyle/>
                    <a:p>
                      <a:pPr algn="ctr"/>
                      <a:r>
                        <a:rPr lang="en-US" b="1" dirty="0"/>
                        <a:t>Decision/Internal Node</a:t>
                      </a:r>
                    </a:p>
                  </a:txBody>
                  <a:tcPr anchor="ctr"/>
                </a:tc>
                <a:tc>
                  <a:txBody>
                    <a:bodyPr/>
                    <a:lstStyle/>
                    <a:p>
                      <a:pPr algn="ctr"/>
                      <a:r>
                        <a:rPr lang="en-US" dirty="0"/>
                        <a:t>A node that symbolizes a choice regarding an input feature. Branching off of internal nodes connects them to leaf nodes or other internal nodes.</a:t>
                      </a:r>
                    </a:p>
                  </a:txBody>
                  <a:tcPr anchor="ctr"/>
                </a:tc>
                <a:extLst>
                  <a:ext uri="{0D108BD9-81ED-4DB2-BD59-A6C34878D82A}">
                    <a16:rowId xmlns:a16="http://schemas.microsoft.com/office/drawing/2014/main" val="106251025"/>
                  </a:ext>
                </a:extLst>
              </a:tr>
              <a:tr h="567544">
                <a:tc>
                  <a:txBody>
                    <a:bodyPr/>
                    <a:lstStyle/>
                    <a:p>
                      <a:pPr algn="ctr"/>
                      <a:r>
                        <a:rPr lang="en-US" b="1" dirty="0"/>
                        <a:t>Leaf/Terminal Node</a:t>
                      </a:r>
                    </a:p>
                  </a:txBody>
                  <a:tcPr anchor="ctr"/>
                </a:tc>
                <a:tc>
                  <a:txBody>
                    <a:bodyPr/>
                    <a:lstStyle/>
                    <a:p>
                      <a:pPr algn="ctr"/>
                      <a:r>
                        <a:rPr lang="en-US" dirty="0"/>
                        <a:t>A node without any child nodes that indicates a class label or a numerical value.</a:t>
                      </a:r>
                    </a:p>
                  </a:txBody>
                  <a:tcPr anchor="ctr"/>
                </a:tc>
                <a:extLst>
                  <a:ext uri="{0D108BD9-81ED-4DB2-BD59-A6C34878D82A}">
                    <a16:rowId xmlns:a16="http://schemas.microsoft.com/office/drawing/2014/main" val="2592519707"/>
                  </a:ext>
                </a:extLst>
              </a:tr>
              <a:tr h="567544">
                <a:tc>
                  <a:txBody>
                    <a:bodyPr/>
                    <a:lstStyle/>
                    <a:p>
                      <a:pPr algn="ctr"/>
                      <a:r>
                        <a:rPr lang="en-US" b="1" dirty="0"/>
                        <a:t>Splitting</a:t>
                      </a:r>
                    </a:p>
                  </a:txBody>
                  <a:tcPr anchor="ctr"/>
                </a:tc>
                <a:tc>
                  <a:txBody>
                    <a:bodyPr/>
                    <a:lstStyle/>
                    <a:p>
                      <a:pPr algn="ctr"/>
                      <a:r>
                        <a:rPr lang="en-US" dirty="0"/>
                        <a:t>The process of splitting a node into two or more sub-nodes </a:t>
                      </a:r>
                      <a:r>
                        <a:rPr lang="en-US" b="1" u="sng" dirty="0"/>
                        <a:t>using a split criterion</a:t>
                      </a:r>
                      <a:r>
                        <a:rPr lang="en-US" dirty="0"/>
                        <a:t> and a selected feature.</a:t>
                      </a:r>
                    </a:p>
                  </a:txBody>
                  <a:tcPr anchor="ctr"/>
                </a:tc>
                <a:extLst>
                  <a:ext uri="{0D108BD9-81ED-4DB2-BD59-A6C34878D82A}">
                    <a16:rowId xmlns:a16="http://schemas.microsoft.com/office/drawing/2014/main" val="2644950162"/>
                  </a:ext>
                </a:extLst>
              </a:tr>
              <a:tr h="567544">
                <a:tc>
                  <a:txBody>
                    <a:bodyPr/>
                    <a:lstStyle/>
                    <a:p>
                      <a:pPr algn="ctr"/>
                      <a:r>
                        <a:rPr lang="en-US" b="1" dirty="0"/>
                        <a:t>Branch/Sub-Tree</a:t>
                      </a:r>
                    </a:p>
                  </a:txBody>
                  <a:tcPr anchor="ctr"/>
                </a:tc>
                <a:tc>
                  <a:txBody>
                    <a:bodyPr/>
                    <a:lstStyle/>
                    <a:p>
                      <a:pPr algn="ctr"/>
                      <a:r>
                        <a:rPr lang="en-US" dirty="0"/>
                        <a:t>A subsection of the decision tree starts at an internal node and ends at the leaf nodes</a:t>
                      </a:r>
                    </a:p>
                  </a:txBody>
                  <a:tcPr anchor="ctr"/>
                </a:tc>
                <a:extLst>
                  <a:ext uri="{0D108BD9-81ED-4DB2-BD59-A6C34878D82A}">
                    <a16:rowId xmlns:a16="http://schemas.microsoft.com/office/drawing/2014/main" val="4196052480"/>
                  </a:ext>
                </a:extLst>
              </a:tr>
              <a:tr h="567544">
                <a:tc>
                  <a:txBody>
                    <a:bodyPr/>
                    <a:lstStyle/>
                    <a:p>
                      <a:pPr algn="ctr"/>
                      <a:r>
                        <a:rPr lang="en-US" b="1" dirty="0"/>
                        <a:t>Pruning</a:t>
                      </a:r>
                    </a:p>
                  </a:txBody>
                  <a:tcPr anchor="ctr"/>
                </a:tc>
                <a:tc>
                  <a:txBody>
                    <a:bodyPr/>
                    <a:lstStyle/>
                    <a:p>
                      <a:pPr algn="ctr"/>
                      <a:r>
                        <a:rPr lang="en-US" dirty="0"/>
                        <a:t>The process of removing branches from the tree that do not provide any additional information or lead to overfitting </a:t>
                      </a:r>
                      <a:r>
                        <a:rPr lang="en-US" b="1" dirty="0"/>
                        <a:t>(Optimization</a:t>
                      </a:r>
                      <a:r>
                        <a:rPr lang="en-US" b="0" dirty="0"/>
                        <a:t>)</a:t>
                      </a:r>
                      <a:endParaRPr lang="en-US" dirty="0"/>
                    </a:p>
                  </a:txBody>
                  <a:tcPr anchor="ctr"/>
                </a:tc>
                <a:extLst>
                  <a:ext uri="{0D108BD9-81ED-4DB2-BD59-A6C34878D82A}">
                    <a16:rowId xmlns:a16="http://schemas.microsoft.com/office/drawing/2014/main" val="2988266768"/>
                  </a:ext>
                </a:extLst>
              </a:tr>
            </a:tbl>
          </a:graphicData>
        </a:graphic>
      </p:graphicFrame>
    </p:spTree>
    <p:extLst>
      <p:ext uri="{BB962C8B-B14F-4D97-AF65-F5344CB8AC3E}">
        <p14:creationId xmlns:p14="http://schemas.microsoft.com/office/powerpoint/2010/main" val="309087067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diagram of a root node&#10;&#10;Description automatically generated">
            <a:extLst>
              <a:ext uri="{FF2B5EF4-FFF2-40B4-BE49-F238E27FC236}">
                <a16:creationId xmlns:a16="http://schemas.microsoft.com/office/drawing/2014/main" id="{6A56C792-FFB1-C81A-C508-A5CC900ABA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32506" y="1049678"/>
            <a:ext cx="9712696" cy="4856348"/>
          </a:xfrm>
          <a:prstGeom prst="rect">
            <a:avLst/>
          </a:prstGeom>
        </p:spPr>
      </p:pic>
      <p:sp>
        <p:nvSpPr>
          <p:cNvPr id="8" name="Arrow: Curved Down 7">
            <a:extLst>
              <a:ext uri="{FF2B5EF4-FFF2-40B4-BE49-F238E27FC236}">
                <a16:creationId xmlns:a16="http://schemas.microsoft.com/office/drawing/2014/main" id="{470FAECF-8097-C846-F160-9EAA135446D0}"/>
              </a:ext>
            </a:extLst>
          </p:cNvPr>
          <p:cNvSpPr/>
          <p:nvPr/>
        </p:nvSpPr>
        <p:spPr>
          <a:xfrm>
            <a:off x="3942521" y="1049678"/>
            <a:ext cx="1527035" cy="348297"/>
          </a:xfrm>
          <a:prstGeom prst="curved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Rectangle 8">
            <a:extLst>
              <a:ext uri="{FF2B5EF4-FFF2-40B4-BE49-F238E27FC236}">
                <a16:creationId xmlns:a16="http://schemas.microsoft.com/office/drawing/2014/main" id="{B5FE1773-87A8-14E9-DCC9-C9E5337F8326}"/>
              </a:ext>
            </a:extLst>
          </p:cNvPr>
          <p:cNvSpPr/>
          <p:nvPr/>
        </p:nvSpPr>
        <p:spPr>
          <a:xfrm>
            <a:off x="2623455" y="1502869"/>
            <a:ext cx="2099294" cy="475836"/>
          </a:xfrm>
          <a:prstGeom prst="rect">
            <a:avLst/>
          </a:prstGeom>
          <a:noFill/>
        </p:spPr>
        <p:txBody>
          <a:bodyPr wrap="none" lIns="91440" tIns="45720" rIns="91440" bIns="45720">
            <a:spAutoFit/>
          </a:bodyPr>
          <a:lstStyle/>
          <a:p>
            <a:pPr algn="ctr" defTabSz="813816">
              <a:spcAft>
                <a:spcPts val="600"/>
              </a:spcAft>
            </a:pPr>
            <a:r>
              <a:rPr lang="en-US" sz="2492" b="1" kern="1200" spc="45">
                <a:ln w="9525" cmpd="sng">
                  <a:solidFill>
                    <a:schemeClr val="accent1"/>
                  </a:solidFill>
                  <a:prstDash val="solid"/>
                </a:ln>
                <a:solidFill>
                  <a:srgbClr val="70AD47">
                    <a:tint val="1000"/>
                  </a:srgbClr>
                </a:solidFill>
                <a:effectLst>
                  <a:glow rad="38100">
                    <a:schemeClr val="accent1">
                      <a:alpha val="40000"/>
                    </a:schemeClr>
                  </a:glow>
                </a:effectLst>
                <a:latin typeface="+mn-lt"/>
                <a:ea typeface="+mn-ea"/>
                <a:cs typeface="+mn-cs"/>
              </a:rPr>
              <a:t>Entire Dataset</a:t>
            </a:r>
            <a:endParaRPr lang="en-US" sz="2800" b="1" cap="none" spc="50">
              <a:ln w="9525" cmpd="sng">
                <a:solidFill>
                  <a:schemeClr val="accent1"/>
                </a:solidFill>
                <a:prstDash val="solid"/>
              </a:ln>
              <a:solidFill>
                <a:srgbClr val="70AD47">
                  <a:tint val="1000"/>
                </a:srgbClr>
              </a:solidFill>
              <a:effectLst>
                <a:glow rad="38100">
                  <a:schemeClr val="accent1">
                    <a:alpha val="40000"/>
                  </a:schemeClr>
                </a:glow>
              </a:effectLst>
            </a:endParaRPr>
          </a:p>
        </p:txBody>
      </p:sp>
      <p:cxnSp>
        <p:nvCxnSpPr>
          <p:cNvPr id="11" name="Straight Arrow Connector 10">
            <a:extLst>
              <a:ext uri="{FF2B5EF4-FFF2-40B4-BE49-F238E27FC236}">
                <a16:creationId xmlns:a16="http://schemas.microsoft.com/office/drawing/2014/main" id="{417F8C80-A54B-F05D-FF52-91957DA90AF2}"/>
              </a:ext>
            </a:extLst>
          </p:cNvPr>
          <p:cNvCxnSpPr>
            <a:cxnSpLocks/>
          </p:cNvCxnSpPr>
          <p:nvPr/>
        </p:nvCxnSpPr>
        <p:spPr>
          <a:xfrm flipH="1">
            <a:off x="7569230" y="1547850"/>
            <a:ext cx="661715" cy="619298"/>
          </a:xfrm>
          <a:prstGeom prst="straightConnector1">
            <a:avLst/>
          </a:prstGeom>
          <a:ln w="57150">
            <a:solidFill>
              <a:srgbClr val="00B0F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54" name="Rectangle 53">
            <a:extLst>
              <a:ext uri="{FF2B5EF4-FFF2-40B4-BE49-F238E27FC236}">
                <a16:creationId xmlns:a16="http://schemas.microsoft.com/office/drawing/2014/main" id="{898E609B-BD2B-54FF-CA9E-B8C09D9875E2}"/>
              </a:ext>
            </a:extLst>
          </p:cNvPr>
          <p:cNvSpPr/>
          <p:nvPr/>
        </p:nvSpPr>
        <p:spPr>
          <a:xfrm>
            <a:off x="7218880" y="966256"/>
            <a:ext cx="3685624" cy="936282"/>
          </a:xfrm>
          <a:prstGeom prst="rect">
            <a:avLst/>
          </a:prstGeom>
          <a:noFill/>
        </p:spPr>
        <p:txBody>
          <a:bodyPr wrap="none" lIns="91440" tIns="45720" rIns="91440" bIns="45720">
            <a:spAutoFit/>
          </a:bodyPr>
          <a:lstStyle/>
          <a:p>
            <a:pPr algn="ctr" defTabSz="813816">
              <a:spcAft>
                <a:spcPts val="600"/>
              </a:spcAft>
            </a:pPr>
            <a:r>
              <a:rPr lang="en-US" sz="2492" b="1" kern="1200">
                <a:ln w="10160">
                  <a:solidFill>
                    <a:schemeClr val="accent5"/>
                  </a:solidFill>
                  <a:prstDash val="solid"/>
                </a:ln>
                <a:solidFill>
                  <a:srgbClr val="FFFFFF"/>
                </a:solidFill>
                <a:effectLst>
                  <a:outerShdw blurRad="38100" dist="22860" dir="5400000" algn="tl" rotWithShape="0">
                    <a:srgbClr val="000000">
                      <a:alpha val="30000"/>
                    </a:srgbClr>
                  </a:outerShdw>
                </a:effectLst>
                <a:latin typeface="+mn-lt"/>
                <a:ea typeface="+mn-ea"/>
                <a:cs typeface="+mn-cs"/>
              </a:rPr>
              <a:t>Selected Feature Decisions</a:t>
            </a:r>
          </a:p>
          <a:p>
            <a:pPr algn="ctr" defTabSz="813816">
              <a:spcAft>
                <a:spcPts val="600"/>
              </a:spcAft>
            </a:pPr>
            <a:r>
              <a:rPr lang="en-US" sz="2492" b="1" kern="1200">
                <a:ln w="10160">
                  <a:solidFill>
                    <a:schemeClr val="accent5"/>
                  </a:solidFill>
                  <a:prstDash val="solid"/>
                </a:ln>
                <a:solidFill>
                  <a:srgbClr val="FFFFFF"/>
                </a:solidFill>
                <a:effectLst>
                  <a:outerShdw blurRad="38100" dist="22860" dir="5400000" algn="tl" rotWithShape="0">
                    <a:srgbClr val="000000">
                      <a:alpha val="30000"/>
                    </a:srgbClr>
                  </a:outerShdw>
                </a:effectLst>
                <a:latin typeface="+mn-lt"/>
                <a:ea typeface="+mn-ea"/>
                <a:cs typeface="+mn-cs"/>
              </a:rPr>
              <a:t>(Condition)</a:t>
            </a:r>
            <a:endParaRPr lang="en-US" sz="2800" b="1" cap="none" spc="0">
              <a:ln w="10160">
                <a:solidFill>
                  <a:schemeClr val="accent5"/>
                </a:solidFill>
                <a:prstDash val="solid"/>
              </a:ln>
              <a:solidFill>
                <a:srgbClr val="FFFFFF"/>
              </a:solidFill>
              <a:effectLst>
                <a:outerShdw blurRad="38100" dist="22860" dir="5400000" algn="tl" rotWithShape="0">
                  <a:srgbClr val="000000">
                    <a:alpha val="30000"/>
                  </a:srgbClr>
                </a:outerShdw>
              </a:effectLst>
            </a:endParaRPr>
          </a:p>
        </p:txBody>
      </p:sp>
      <p:cxnSp>
        <p:nvCxnSpPr>
          <p:cNvPr id="58" name="Straight Arrow Connector 57">
            <a:extLst>
              <a:ext uri="{FF2B5EF4-FFF2-40B4-BE49-F238E27FC236}">
                <a16:creationId xmlns:a16="http://schemas.microsoft.com/office/drawing/2014/main" id="{F272DD81-7557-341B-7DE8-30867C39F273}"/>
              </a:ext>
            </a:extLst>
          </p:cNvPr>
          <p:cNvCxnSpPr>
            <a:cxnSpLocks/>
          </p:cNvCxnSpPr>
          <p:nvPr/>
        </p:nvCxnSpPr>
        <p:spPr>
          <a:xfrm flipH="1">
            <a:off x="5281269" y="1546004"/>
            <a:ext cx="2949673" cy="650837"/>
          </a:xfrm>
          <a:prstGeom prst="straightConnector1">
            <a:avLst/>
          </a:prstGeom>
          <a:ln w="57150">
            <a:solidFill>
              <a:srgbClr val="00B0F0"/>
            </a:solidFill>
            <a:prstDash val="sysDash"/>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6631773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D98CC-EA75-24DC-0DA4-2256C4FE97D0}"/>
              </a:ext>
            </a:extLst>
          </p:cNvPr>
          <p:cNvSpPr>
            <a:spLocks noGrp="1"/>
          </p:cNvSpPr>
          <p:nvPr>
            <p:ph type="title"/>
          </p:nvPr>
        </p:nvSpPr>
        <p:spPr>
          <a:xfrm>
            <a:off x="1141413" y="618518"/>
            <a:ext cx="9905998" cy="1478570"/>
          </a:xfrm>
        </p:spPr>
        <p:txBody>
          <a:bodyPr vert="horz" lIns="91440" tIns="45720" rIns="91440" bIns="45720" rtlCol="0" anchor="ctr">
            <a:normAutofit/>
          </a:bodyPr>
          <a:lstStyle/>
          <a:p>
            <a:r>
              <a:rPr lang="en-US" dirty="0"/>
              <a:t>Some Notes you should Remember !</a:t>
            </a:r>
          </a:p>
        </p:txBody>
      </p:sp>
      <p:graphicFrame>
        <p:nvGraphicFramePr>
          <p:cNvPr id="7" name="TextBox 4">
            <a:extLst>
              <a:ext uri="{FF2B5EF4-FFF2-40B4-BE49-F238E27FC236}">
                <a16:creationId xmlns:a16="http://schemas.microsoft.com/office/drawing/2014/main" id="{8895CC73-72A5-24DD-1161-9AFB4748BE76}"/>
              </a:ext>
            </a:extLst>
          </p:cNvPr>
          <p:cNvGraphicFramePr/>
          <p:nvPr/>
        </p:nvGraphicFramePr>
        <p:xfrm>
          <a:off x="1141411" y="2440771"/>
          <a:ext cx="9905999" cy="35848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TextBox 7">
            <a:extLst>
              <a:ext uri="{FF2B5EF4-FFF2-40B4-BE49-F238E27FC236}">
                <a16:creationId xmlns:a16="http://schemas.microsoft.com/office/drawing/2014/main" id="{D3A9D2DB-4A51-4045-FDA7-97FF50BC3D69}"/>
              </a:ext>
            </a:extLst>
          </p:cNvPr>
          <p:cNvSpPr txBox="1"/>
          <p:nvPr/>
        </p:nvSpPr>
        <p:spPr>
          <a:xfrm>
            <a:off x="2222102" y="2025272"/>
            <a:ext cx="7744616" cy="830997"/>
          </a:xfrm>
          <a:prstGeom prst="rect">
            <a:avLst/>
          </a:prstGeom>
          <a:noFill/>
        </p:spPr>
        <p:txBody>
          <a:bodyPr wrap="square">
            <a:spAutoFit/>
          </a:bodyPr>
          <a:lstStyle/>
          <a:p>
            <a:pPr algn="ctr"/>
            <a:r>
              <a:rPr lang="en-US" sz="2400" b="1"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Decision tree is not unique, as different ordering of internal nodes can give different decision tree.</a:t>
            </a:r>
          </a:p>
        </p:txBody>
      </p:sp>
    </p:spTree>
    <p:extLst>
      <p:ext uri="{BB962C8B-B14F-4D97-AF65-F5344CB8AC3E}">
        <p14:creationId xmlns:p14="http://schemas.microsoft.com/office/powerpoint/2010/main" val="371329419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65D8BE-C7A1-E603-DF2A-463F58852FD2}"/>
              </a:ext>
            </a:extLst>
          </p:cNvPr>
          <p:cNvSpPr>
            <a:spLocks noGrp="1"/>
          </p:cNvSpPr>
          <p:nvPr>
            <p:ph type="title"/>
          </p:nvPr>
        </p:nvSpPr>
        <p:spPr>
          <a:xfrm>
            <a:off x="1141413" y="618518"/>
            <a:ext cx="4459286" cy="1478570"/>
          </a:xfrm>
        </p:spPr>
        <p:txBody>
          <a:bodyPr vert="horz" lIns="91440" tIns="45720" rIns="91440" bIns="45720" rtlCol="0" anchor="ctr">
            <a:normAutofit/>
          </a:bodyPr>
          <a:lstStyle/>
          <a:p>
            <a:r>
              <a:rPr lang="en-US" sz="3200"/>
              <a:t>Example</a:t>
            </a:r>
          </a:p>
        </p:txBody>
      </p:sp>
      <p:sp>
        <p:nvSpPr>
          <p:cNvPr id="5" name="TextBox 4">
            <a:extLst>
              <a:ext uri="{FF2B5EF4-FFF2-40B4-BE49-F238E27FC236}">
                <a16:creationId xmlns:a16="http://schemas.microsoft.com/office/drawing/2014/main" id="{0AC7A4B1-2078-6365-1E70-C89364679C0F}"/>
              </a:ext>
            </a:extLst>
          </p:cNvPr>
          <p:cNvSpPr txBox="1"/>
          <p:nvPr/>
        </p:nvSpPr>
        <p:spPr>
          <a:xfrm>
            <a:off x="1141412" y="2249487"/>
            <a:ext cx="4459287" cy="3965046"/>
          </a:xfrm>
          <a:prstGeom prst="rect">
            <a:avLst/>
          </a:prstGeom>
        </p:spPr>
        <p:txBody>
          <a:bodyPr vert="horz" lIns="91440" tIns="45720" rIns="91440" bIns="45720" rtlCol="0">
            <a:normAutofit/>
          </a:bodyPr>
          <a:lstStyle/>
          <a:p>
            <a:pPr indent="-228600" algn="just">
              <a:lnSpc>
                <a:spcPct val="120000"/>
              </a:lnSpc>
              <a:spcAft>
                <a:spcPts val="600"/>
              </a:spcAft>
              <a:buSzPct val="125000"/>
              <a:buFont typeface="Arial" panose="020B0604020202020204" pitchFamily="34" charset="0"/>
              <a:buChar char="•"/>
            </a:pPr>
            <a:r>
              <a:rPr lang="en-US" sz="2000" dirty="0">
                <a:effectLst>
                  <a:outerShdw blurRad="38100" dist="38100" dir="2700000" algn="tl">
                    <a:srgbClr val="000000">
                      <a:alpha val="43137"/>
                    </a:srgbClr>
                  </a:outerShdw>
                </a:effectLst>
              </a:rPr>
              <a:t>Suppose there is a candidate who has a job offer and wants to decide whether he should accept the offer or Not. So, to solve this problem, the decision tree starts with the root node (Salary attribute by </a:t>
            </a:r>
            <a:r>
              <a:rPr lang="en-US" sz="2000" b="1" dirty="0">
                <a:effectLst>
                  <a:outerShdw blurRad="38100" dist="38100" dir="2700000" algn="tl">
                    <a:srgbClr val="000000">
                      <a:alpha val="43137"/>
                    </a:srgbClr>
                  </a:outerShdw>
                </a:effectLst>
              </a:rPr>
              <a:t>Attribute Selection Measure –ASM- </a:t>
            </a:r>
            <a:r>
              <a:rPr lang="en-US" sz="2000" dirty="0">
                <a:effectLst>
                  <a:outerShdw blurRad="38100" dist="38100" dir="2700000" algn="tl">
                    <a:srgbClr val="000000">
                      <a:alpha val="43137"/>
                    </a:srgbClr>
                  </a:outerShdw>
                </a:effectLst>
              </a:rPr>
              <a:t>).</a:t>
            </a:r>
          </a:p>
        </p:txBody>
      </p:sp>
      <p:pic>
        <p:nvPicPr>
          <p:cNvPr id="7" name="Picture 6" descr="A diagram of a company's salary&#10;&#10;Description automatically generated">
            <a:extLst>
              <a:ext uri="{FF2B5EF4-FFF2-40B4-BE49-F238E27FC236}">
                <a16:creationId xmlns:a16="http://schemas.microsoft.com/office/drawing/2014/main" id="{3AF9E046-6CB1-4C1D-3E03-329ADCD3965C}"/>
              </a:ext>
            </a:extLst>
          </p:cNvPr>
          <p:cNvPicPr>
            <a:picLocks noChangeAspect="1"/>
          </p:cNvPicPr>
          <p:nvPr/>
        </p:nvPicPr>
        <p:blipFill>
          <a:blip r:embed="rId2"/>
          <a:stretch>
            <a:fillRect/>
          </a:stretch>
        </p:blipFill>
        <p:spPr>
          <a:xfrm>
            <a:off x="6096000" y="1037767"/>
            <a:ext cx="5456279" cy="4757517"/>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pic>
    </p:spTree>
    <p:extLst>
      <p:ext uri="{BB962C8B-B14F-4D97-AF65-F5344CB8AC3E}">
        <p14:creationId xmlns:p14="http://schemas.microsoft.com/office/powerpoint/2010/main" val="393111402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77CC7-ABBA-0A89-1C42-DB1CE6F74B2D}"/>
              </a:ext>
            </a:extLst>
          </p:cNvPr>
          <p:cNvSpPr>
            <a:spLocks noGrp="1"/>
          </p:cNvSpPr>
          <p:nvPr>
            <p:ph type="title"/>
          </p:nvPr>
        </p:nvSpPr>
        <p:spPr>
          <a:xfrm>
            <a:off x="1617233" y="4539573"/>
            <a:ext cx="8957534" cy="1182838"/>
          </a:xfrm>
        </p:spPr>
        <p:txBody>
          <a:bodyPr vert="horz" lIns="91440" tIns="45720" rIns="91440" bIns="45720" rtlCol="0" anchor="b">
            <a:normAutofit/>
          </a:bodyPr>
          <a:lstStyle/>
          <a:p>
            <a:pPr algn="ctr"/>
            <a:r>
              <a:rPr lang="en-US" sz="4800">
                <a:solidFill>
                  <a:srgbClr val="FFFFFF"/>
                </a:solidFill>
              </a:rPr>
              <a:t>Decision Tree Advantages</a:t>
            </a:r>
          </a:p>
        </p:txBody>
      </p:sp>
      <p:pic>
        <p:nvPicPr>
          <p:cNvPr id="5" name="Picture 4" descr="A black background with white text&#10;&#10;Description automatically generated">
            <a:extLst>
              <a:ext uri="{FF2B5EF4-FFF2-40B4-BE49-F238E27FC236}">
                <a16:creationId xmlns:a16="http://schemas.microsoft.com/office/drawing/2014/main" id="{D63E6AF9-EFCC-BB66-5258-35ECE0F5E48C}"/>
              </a:ext>
            </a:extLst>
          </p:cNvPr>
          <p:cNvPicPr>
            <a:picLocks noChangeAspect="1"/>
          </p:cNvPicPr>
          <p:nvPr/>
        </p:nvPicPr>
        <p:blipFill>
          <a:blip r:embed="rId2"/>
          <a:stretch>
            <a:fillRect/>
          </a:stretch>
        </p:blipFill>
        <p:spPr>
          <a:xfrm>
            <a:off x="976808" y="951493"/>
            <a:ext cx="10260323" cy="2975493"/>
          </a:xfrm>
          <a:prstGeom prst="rect">
            <a:avLst/>
          </a:prstGeom>
        </p:spPr>
      </p:pic>
    </p:spTree>
    <p:extLst>
      <p:ext uri="{BB962C8B-B14F-4D97-AF65-F5344CB8AC3E}">
        <p14:creationId xmlns:p14="http://schemas.microsoft.com/office/powerpoint/2010/main" val="321749189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F8951C-634C-36BB-BBDB-958BC7A3768E}"/>
              </a:ext>
            </a:extLst>
          </p:cNvPr>
          <p:cNvSpPr>
            <a:spLocks noGrp="1"/>
          </p:cNvSpPr>
          <p:nvPr>
            <p:ph type="title"/>
          </p:nvPr>
        </p:nvSpPr>
        <p:spPr>
          <a:xfrm>
            <a:off x="1617233" y="4539573"/>
            <a:ext cx="8957534" cy="1182838"/>
          </a:xfrm>
        </p:spPr>
        <p:txBody>
          <a:bodyPr vert="horz" lIns="91440" tIns="45720" rIns="91440" bIns="45720" rtlCol="0" anchor="b">
            <a:normAutofit/>
          </a:bodyPr>
          <a:lstStyle/>
          <a:p>
            <a:pPr algn="ctr"/>
            <a:r>
              <a:rPr lang="en-US" sz="4800">
                <a:solidFill>
                  <a:srgbClr val="FFFFFF"/>
                </a:solidFill>
              </a:rPr>
              <a:t>Decision Tree disadvantages</a:t>
            </a:r>
          </a:p>
        </p:txBody>
      </p:sp>
      <p:pic>
        <p:nvPicPr>
          <p:cNvPr id="5" name="Picture 4" descr="A black screen with white text&#10;&#10;Description automatically generated">
            <a:extLst>
              <a:ext uri="{FF2B5EF4-FFF2-40B4-BE49-F238E27FC236}">
                <a16:creationId xmlns:a16="http://schemas.microsoft.com/office/drawing/2014/main" id="{75490614-F948-0657-8B82-D428EBE538BC}"/>
              </a:ext>
            </a:extLst>
          </p:cNvPr>
          <p:cNvPicPr>
            <a:picLocks noChangeAspect="1"/>
          </p:cNvPicPr>
          <p:nvPr/>
        </p:nvPicPr>
        <p:blipFill>
          <a:blip r:embed="rId2"/>
          <a:stretch>
            <a:fillRect/>
          </a:stretch>
        </p:blipFill>
        <p:spPr>
          <a:xfrm>
            <a:off x="1063761" y="963068"/>
            <a:ext cx="10086416" cy="2975493"/>
          </a:xfrm>
          <a:prstGeom prst="rect">
            <a:avLst/>
          </a:prstGeom>
        </p:spPr>
      </p:pic>
    </p:spTree>
    <p:extLst>
      <p:ext uri="{BB962C8B-B14F-4D97-AF65-F5344CB8AC3E}">
        <p14:creationId xmlns:p14="http://schemas.microsoft.com/office/powerpoint/2010/main" val="401906400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683E35-1963-9602-9F77-88B07A57FA14}"/>
              </a:ext>
            </a:extLst>
          </p:cNvPr>
          <p:cNvSpPr>
            <a:spLocks noGrp="1"/>
          </p:cNvSpPr>
          <p:nvPr>
            <p:ph type="title"/>
          </p:nvPr>
        </p:nvSpPr>
        <p:spPr>
          <a:xfrm>
            <a:off x="1230376" y="577532"/>
            <a:ext cx="10443464" cy="6178867"/>
          </a:xfrm>
        </p:spPr>
        <p:txBody>
          <a:bodyPr vert="horz" lIns="91440" tIns="45720" rIns="91440" bIns="45720" rtlCol="0" anchor="ctr">
            <a:normAutofit/>
          </a:bodyPr>
          <a:lstStyle/>
          <a:p>
            <a:pPr algn="ctr"/>
            <a:r>
              <a:rPr lang="en-US" sz="8000" b="1" dirty="0"/>
              <a:t>Support-Vector Machine</a:t>
            </a:r>
          </a:p>
        </p:txBody>
      </p:sp>
      <p:sp>
        <p:nvSpPr>
          <p:cNvPr id="4" name="Slide Number Placeholder 3">
            <a:extLst>
              <a:ext uri="{FF2B5EF4-FFF2-40B4-BE49-F238E27FC236}">
                <a16:creationId xmlns:a16="http://schemas.microsoft.com/office/drawing/2014/main" id="{8AD22596-4FBC-AAD5-2DF6-A0DC4C73F239}"/>
              </a:ext>
            </a:extLst>
          </p:cNvPr>
          <p:cNvSpPr>
            <a:spLocks noGrp="1"/>
          </p:cNvSpPr>
          <p:nvPr>
            <p:ph type="sldNum" sz="quarter" idx="12"/>
          </p:nvPr>
        </p:nvSpPr>
        <p:spPr>
          <a:xfrm>
            <a:off x="9896911" y="5410199"/>
            <a:ext cx="771089" cy="365125"/>
          </a:xfrm>
        </p:spPr>
        <p:txBody>
          <a:bodyPr vert="horz" lIns="91440" tIns="45720" rIns="91440" bIns="45720" rtlCol="0" anchor="ctr">
            <a:normAutofit/>
          </a:bodyPr>
          <a:lstStyle/>
          <a:p>
            <a:pPr defTabSz="457200">
              <a:spcAft>
                <a:spcPts val="600"/>
              </a:spcAft>
            </a:pPr>
            <a:fld id="{34B7E4EF-A1BD-40F4-AB7B-04F084DD991D}" type="slidenum">
              <a:rPr lang="en-US" kern="1200" dirty="0">
                <a:solidFill>
                  <a:schemeClr val="tx1">
                    <a:tint val="75000"/>
                  </a:schemeClr>
                </a:solidFill>
                <a:latin typeface="+mn-lt"/>
                <a:ea typeface="+mn-ea"/>
                <a:cs typeface="+mn-cs"/>
              </a:rPr>
              <a:pPr defTabSz="457200">
                <a:spcAft>
                  <a:spcPts val="600"/>
                </a:spcAft>
              </a:pPr>
              <a:t>50</a:t>
            </a:fld>
            <a:endParaRPr lang="en-US" kern="1200" dirty="0">
              <a:solidFill>
                <a:schemeClr val="tx1">
                  <a:tint val="75000"/>
                </a:schemeClr>
              </a:solidFill>
              <a:latin typeface="+mn-lt"/>
              <a:ea typeface="+mn-ea"/>
              <a:cs typeface="+mn-cs"/>
            </a:endParaRPr>
          </a:p>
        </p:txBody>
      </p:sp>
    </p:spTree>
    <p:extLst>
      <p:ext uri="{BB962C8B-B14F-4D97-AF65-F5344CB8AC3E}">
        <p14:creationId xmlns:p14="http://schemas.microsoft.com/office/powerpoint/2010/main" val="327264668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45D439-D0E1-9041-F137-08A2ED19B64C}"/>
              </a:ext>
            </a:extLst>
          </p:cNvPr>
          <p:cNvSpPr>
            <a:spLocks noGrp="1"/>
          </p:cNvSpPr>
          <p:nvPr>
            <p:ph type="title"/>
          </p:nvPr>
        </p:nvSpPr>
        <p:spPr/>
        <p:txBody>
          <a:bodyPr/>
          <a:lstStyle/>
          <a:p>
            <a:r>
              <a:rPr lang="en-US" dirty="0"/>
              <a:t>What is Support-Vector Machine ?</a:t>
            </a:r>
          </a:p>
        </p:txBody>
      </p:sp>
      <p:sp>
        <p:nvSpPr>
          <p:cNvPr id="4" name="Slide Number Placeholder 3">
            <a:extLst>
              <a:ext uri="{FF2B5EF4-FFF2-40B4-BE49-F238E27FC236}">
                <a16:creationId xmlns:a16="http://schemas.microsoft.com/office/drawing/2014/main" id="{A2258D49-282E-1353-03F0-86491EEE0AF8}"/>
              </a:ext>
            </a:extLst>
          </p:cNvPr>
          <p:cNvSpPr>
            <a:spLocks noGrp="1"/>
          </p:cNvSpPr>
          <p:nvPr>
            <p:ph type="sldNum" sz="quarter" idx="12"/>
          </p:nvPr>
        </p:nvSpPr>
        <p:spPr/>
        <p:txBody>
          <a:bodyPr/>
          <a:lstStyle/>
          <a:p>
            <a:fld id="{34B7E4EF-A1BD-40F4-AB7B-04F084DD991D}" type="slidenum">
              <a:rPr lang="en-US" smtClean="0"/>
              <a:t>51</a:t>
            </a:fld>
            <a:endParaRPr lang="en-US"/>
          </a:p>
        </p:txBody>
      </p:sp>
      <p:sp>
        <p:nvSpPr>
          <p:cNvPr id="6" name="TextBox 5">
            <a:extLst>
              <a:ext uri="{FF2B5EF4-FFF2-40B4-BE49-F238E27FC236}">
                <a16:creationId xmlns:a16="http://schemas.microsoft.com/office/drawing/2014/main" id="{7CA3428E-6691-F1B4-3748-59E9BD9BD773}"/>
              </a:ext>
            </a:extLst>
          </p:cNvPr>
          <p:cNvSpPr txBox="1"/>
          <p:nvPr/>
        </p:nvSpPr>
        <p:spPr>
          <a:xfrm>
            <a:off x="1141412" y="2097088"/>
            <a:ext cx="9905997" cy="707886"/>
          </a:xfrm>
          <a:prstGeom prst="rect">
            <a:avLst/>
          </a:prstGeom>
          <a:noFill/>
        </p:spPr>
        <p:txBody>
          <a:bodyPr wrap="square">
            <a:spAutoFit/>
          </a:bodyPr>
          <a:lstStyle/>
          <a:p>
            <a:pPr marL="285750" indent="-285750" algn="just">
              <a:buFont typeface="Arial" panose="020B0604020202020204" pitchFamily="34" charset="0"/>
              <a:buChar char="•"/>
            </a:pPr>
            <a:r>
              <a:rPr lang="en-US" sz="20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 </a:t>
            </a:r>
            <a:r>
              <a:rPr lang="en-US"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Support Vector Machine (SVM)</a:t>
            </a:r>
            <a:r>
              <a:rPr lang="en-US" sz="20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is a powerful and versatile supervised machine learning algorithm used for both classification and regression tasks.</a:t>
            </a:r>
          </a:p>
        </p:txBody>
      </p:sp>
      <p:sp>
        <p:nvSpPr>
          <p:cNvPr id="8" name="TextBox 7">
            <a:extLst>
              <a:ext uri="{FF2B5EF4-FFF2-40B4-BE49-F238E27FC236}">
                <a16:creationId xmlns:a16="http://schemas.microsoft.com/office/drawing/2014/main" id="{5E206EA9-B7A6-2279-1BCB-F78F85D91D5B}"/>
              </a:ext>
            </a:extLst>
          </p:cNvPr>
          <p:cNvSpPr txBox="1"/>
          <p:nvPr/>
        </p:nvSpPr>
        <p:spPr>
          <a:xfrm>
            <a:off x="1141412" y="3075057"/>
            <a:ext cx="9905996" cy="707886"/>
          </a:xfrm>
          <a:prstGeom prst="rect">
            <a:avLst/>
          </a:prstGeom>
          <a:noFill/>
        </p:spPr>
        <p:txBody>
          <a:bodyPr wrap="square">
            <a:spAutoFit/>
          </a:bodyPr>
          <a:lstStyle/>
          <a:p>
            <a:pPr marL="285750" indent="-285750" algn="just">
              <a:buFont typeface="Arial" panose="020B0604020202020204" pitchFamily="34" charset="0"/>
              <a:buChar char="•"/>
            </a:pPr>
            <a:r>
              <a:rPr lang="en-US" sz="20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SVMs are particularly effective in scenarios where there is a clear separation between classes or when the data is not linearly separable.</a:t>
            </a:r>
          </a:p>
        </p:txBody>
      </p:sp>
      <p:sp>
        <p:nvSpPr>
          <p:cNvPr id="9" name="Rectangle 8">
            <a:extLst>
              <a:ext uri="{FF2B5EF4-FFF2-40B4-BE49-F238E27FC236}">
                <a16:creationId xmlns:a16="http://schemas.microsoft.com/office/drawing/2014/main" id="{0C2286B3-E358-8936-BB9A-56D40D4E408C}"/>
              </a:ext>
            </a:extLst>
          </p:cNvPr>
          <p:cNvSpPr/>
          <p:nvPr/>
        </p:nvSpPr>
        <p:spPr>
          <a:xfrm>
            <a:off x="3725203" y="3903507"/>
            <a:ext cx="4738413" cy="646331"/>
          </a:xfrm>
          <a:prstGeom prst="rect">
            <a:avLst/>
          </a:prstGeom>
          <a:noFill/>
        </p:spPr>
        <p:txBody>
          <a:bodyPr wrap="none" lIns="91440" tIns="45720" rIns="91440" bIns="45720">
            <a:spAutoFit/>
          </a:bodyPr>
          <a:lstStyle/>
          <a:p>
            <a:pPr algn="ctr"/>
            <a:r>
              <a:rPr lang="en-US" sz="36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What is the main goal ?</a:t>
            </a:r>
          </a:p>
        </p:txBody>
      </p:sp>
      <p:sp>
        <p:nvSpPr>
          <p:cNvPr id="11" name="TextBox 10">
            <a:extLst>
              <a:ext uri="{FF2B5EF4-FFF2-40B4-BE49-F238E27FC236}">
                <a16:creationId xmlns:a16="http://schemas.microsoft.com/office/drawing/2014/main" id="{2152F25F-0906-C8E5-CF53-298A34122D4B}"/>
              </a:ext>
            </a:extLst>
          </p:cNvPr>
          <p:cNvSpPr txBox="1"/>
          <p:nvPr/>
        </p:nvSpPr>
        <p:spPr>
          <a:xfrm>
            <a:off x="1141412" y="4574089"/>
            <a:ext cx="9905996" cy="707886"/>
          </a:xfrm>
          <a:prstGeom prst="rect">
            <a:avLst/>
          </a:prstGeom>
          <a:noFill/>
        </p:spPr>
        <p:txBody>
          <a:bodyPr wrap="square">
            <a:spAutoFit/>
          </a:bodyPr>
          <a:lstStyle/>
          <a:p>
            <a:pPr marL="285750" indent="-285750" algn="just">
              <a:buFont typeface="Arial" panose="020B0604020202020204" pitchFamily="34" charset="0"/>
              <a:buChar char="•"/>
            </a:pPr>
            <a:r>
              <a:rPr lang="en-US" sz="20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The main goal of an SVM is to find a hyperplane (or decision boundary) that best separates the data into different classes while maximizing the margin between the classes.</a:t>
            </a:r>
          </a:p>
        </p:txBody>
      </p:sp>
    </p:spTree>
    <p:extLst>
      <p:ext uri="{BB962C8B-B14F-4D97-AF65-F5344CB8AC3E}">
        <p14:creationId xmlns:p14="http://schemas.microsoft.com/office/powerpoint/2010/main" val="262565692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diagram of a graph&#10;&#10;Description automatically generated">
            <a:extLst>
              <a:ext uri="{FF2B5EF4-FFF2-40B4-BE49-F238E27FC236}">
                <a16:creationId xmlns:a16="http://schemas.microsoft.com/office/drawing/2014/main" id="{5A6D3813-7B45-B8D0-65C0-B8D55F062A8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17700" y="643467"/>
            <a:ext cx="8356599" cy="5571066"/>
          </a:xfrm>
          <a:prstGeom prst="rect">
            <a:avLst/>
          </a:prstGeom>
        </p:spPr>
      </p:pic>
      <p:sp>
        <p:nvSpPr>
          <p:cNvPr id="4" name="Slide Number Placeholder 3">
            <a:extLst>
              <a:ext uri="{FF2B5EF4-FFF2-40B4-BE49-F238E27FC236}">
                <a16:creationId xmlns:a16="http://schemas.microsoft.com/office/drawing/2014/main" id="{A931995D-98C0-28D9-0FFE-A0455D3372AC}"/>
              </a:ext>
            </a:extLst>
          </p:cNvPr>
          <p:cNvSpPr>
            <a:spLocks noGrp="1"/>
          </p:cNvSpPr>
          <p:nvPr>
            <p:ph type="sldNum" sz="quarter" idx="12"/>
          </p:nvPr>
        </p:nvSpPr>
        <p:spPr>
          <a:xfrm>
            <a:off x="10276321" y="6307818"/>
            <a:ext cx="771089" cy="365125"/>
          </a:xfrm>
        </p:spPr>
        <p:txBody>
          <a:bodyPr vert="horz" lIns="91440" tIns="45720" rIns="91440" bIns="45720" rtlCol="0" anchor="ctr">
            <a:normAutofit/>
          </a:bodyPr>
          <a:lstStyle/>
          <a:p>
            <a:pPr defTabSz="457200">
              <a:spcAft>
                <a:spcPts val="600"/>
              </a:spcAft>
            </a:pPr>
            <a:fld id="{34B7E4EF-A1BD-40F4-AB7B-04F084DD991D}" type="slidenum">
              <a:rPr lang="en-US">
                <a:solidFill>
                  <a:schemeClr val="bg1"/>
                </a:solidFill>
              </a:rPr>
              <a:pPr defTabSz="457200">
                <a:spcAft>
                  <a:spcPts val="600"/>
                </a:spcAft>
              </a:pPr>
              <a:t>52</a:t>
            </a:fld>
            <a:endParaRPr lang="en-US">
              <a:solidFill>
                <a:schemeClr val="bg1"/>
              </a:solidFill>
            </a:endParaRPr>
          </a:p>
        </p:txBody>
      </p:sp>
    </p:spTree>
    <p:extLst>
      <p:ext uri="{BB962C8B-B14F-4D97-AF65-F5344CB8AC3E}">
        <p14:creationId xmlns:p14="http://schemas.microsoft.com/office/powerpoint/2010/main" val="9383233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508030-661E-744D-E633-DB10B1DDD372}"/>
              </a:ext>
            </a:extLst>
          </p:cNvPr>
          <p:cNvSpPr>
            <a:spLocks noGrp="1"/>
          </p:cNvSpPr>
          <p:nvPr>
            <p:ph type="title"/>
          </p:nvPr>
        </p:nvSpPr>
        <p:spPr>
          <a:xfrm>
            <a:off x="1141411" y="748240"/>
            <a:ext cx="9906000" cy="1117073"/>
          </a:xfrm>
        </p:spPr>
        <p:txBody>
          <a:bodyPr vert="horz" lIns="91440" tIns="45720" rIns="91440" bIns="45720" rtlCol="0" anchor="ctr">
            <a:normAutofit/>
          </a:bodyPr>
          <a:lstStyle/>
          <a:p>
            <a:pPr algn="ctr"/>
            <a:r>
              <a:rPr lang="en-US" sz="4000"/>
              <a:t>Important Terms</a:t>
            </a:r>
          </a:p>
        </p:txBody>
      </p:sp>
      <p:sp>
        <p:nvSpPr>
          <p:cNvPr id="4" name="Slide Number Placeholder 3">
            <a:extLst>
              <a:ext uri="{FF2B5EF4-FFF2-40B4-BE49-F238E27FC236}">
                <a16:creationId xmlns:a16="http://schemas.microsoft.com/office/drawing/2014/main" id="{956A64BC-A943-3AAC-1ECA-B8B80728BE56}"/>
              </a:ext>
            </a:extLst>
          </p:cNvPr>
          <p:cNvSpPr>
            <a:spLocks noGrp="1"/>
          </p:cNvSpPr>
          <p:nvPr>
            <p:ph type="sldNum" sz="quarter" idx="12"/>
          </p:nvPr>
        </p:nvSpPr>
        <p:spPr>
          <a:xfrm>
            <a:off x="10276321" y="5883274"/>
            <a:ext cx="771089" cy="365125"/>
          </a:xfrm>
        </p:spPr>
        <p:txBody>
          <a:bodyPr vert="horz" lIns="91440" tIns="45720" rIns="91440" bIns="45720" rtlCol="0" anchor="ctr">
            <a:normAutofit/>
          </a:bodyPr>
          <a:lstStyle/>
          <a:p>
            <a:pPr defTabSz="457200">
              <a:spcAft>
                <a:spcPts val="600"/>
              </a:spcAft>
            </a:pPr>
            <a:fld id="{34B7E4EF-A1BD-40F4-AB7B-04F084DD991D}" type="slidenum">
              <a:rPr lang="en-US" kern="1200">
                <a:solidFill>
                  <a:schemeClr val="tx1"/>
                </a:solidFill>
                <a:latin typeface="+mn-lt"/>
                <a:ea typeface="+mn-ea"/>
                <a:cs typeface="+mn-cs"/>
              </a:rPr>
              <a:pPr defTabSz="457200">
                <a:spcAft>
                  <a:spcPts val="600"/>
                </a:spcAft>
              </a:pPr>
              <a:t>53</a:t>
            </a:fld>
            <a:endParaRPr lang="en-US" kern="1200">
              <a:solidFill>
                <a:schemeClr val="tx1"/>
              </a:solidFill>
              <a:latin typeface="+mn-lt"/>
              <a:ea typeface="+mn-ea"/>
              <a:cs typeface="+mn-cs"/>
            </a:endParaRPr>
          </a:p>
        </p:txBody>
      </p:sp>
      <p:sp>
        <p:nvSpPr>
          <p:cNvPr id="114" name="TextBox 5">
            <a:extLst>
              <a:ext uri="{FF2B5EF4-FFF2-40B4-BE49-F238E27FC236}">
                <a16:creationId xmlns:a16="http://schemas.microsoft.com/office/drawing/2014/main" id="{6BFE9DCF-EC76-8683-2249-20B62969D285}"/>
              </a:ext>
            </a:extLst>
          </p:cNvPr>
          <p:cNvSpPr txBox="1"/>
          <p:nvPr/>
        </p:nvSpPr>
        <p:spPr>
          <a:xfrm>
            <a:off x="1206500" y="2249487"/>
            <a:ext cx="9840911" cy="3541714"/>
          </a:xfrm>
          <a:prstGeom prst="rect">
            <a:avLst/>
          </a:prstGeom>
        </p:spPr>
        <p:txBody>
          <a:bodyPr vert="horz" lIns="91440" tIns="45720" rIns="91440" bIns="45720" rtlCol="0" anchor="t">
            <a:normAutofit/>
          </a:bodyPr>
          <a:lstStyle/>
          <a:p>
            <a:pPr marL="285750" indent="-228600" algn="just">
              <a:lnSpc>
                <a:spcPct val="120000"/>
              </a:lnSpc>
              <a:spcAft>
                <a:spcPts val="600"/>
              </a:spcAft>
              <a:buSzPct val="125000"/>
              <a:buFont typeface="Arial" panose="020B0604020202020204" pitchFamily="34" charset="0"/>
              <a:buChar char="•"/>
            </a:pPr>
            <a:r>
              <a:rPr lang="en-US" b="1" dirty="0"/>
              <a:t>Hyperplane:</a:t>
            </a:r>
            <a:r>
              <a:rPr lang="en-US" dirty="0"/>
              <a:t> A hyperplane is a decision boundary that separates data points of different classes. In a binary classification problem, it's a line in two dimensions or a hyperplane in higher dimensions.</a:t>
            </a:r>
          </a:p>
          <a:p>
            <a:pPr marL="285750" indent="-228600" algn="just">
              <a:lnSpc>
                <a:spcPct val="120000"/>
              </a:lnSpc>
              <a:spcAft>
                <a:spcPts val="600"/>
              </a:spcAft>
              <a:buSzPct val="125000"/>
              <a:buFont typeface="Arial" panose="020B0604020202020204" pitchFamily="34" charset="0"/>
              <a:buChar char="•"/>
            </a:pPr>
            <a:r>
              <a:rPr lang="en-US" b="1" dirty="0"/>
              <a:t>Support Vectors:</a:t>
            </a:r>
            <a:r>
              <a:rPr lang="en-US" dirty="0"/>
              <a:t> These are the data points that are closest to the hyperplane and have the most influence in determining its position. Support vectors define the margin and play a crucial role in SVM.</a:t>
            </a:r>
          </a:p>
          <a:p>
            <a:pPr marL="285750" indent="-228600" algn="just">
              <a:lnSpc>
                <a:spcPct val="120000"/>
              </a:lnSpc>
              <a:spcAft>
                <a:spcPts val="600"/>
              </a:spcAft>
              <a:buSzPct val="125000"/>
              <a:buFont typeface="Arial" panose="020B0604020202020204" pitchFamily="34" charset="0"/>
              <a:buChar char="•"/>
            </a:pPr>
            <a:r>
              <a:rPr lang="en-US" b="1" dirty="0"/>
              <a:t>Margin:</a:t>
            </a:r>
            <a:r>
              <a:rPr lang="en-US" dirty="0"/>
              <a:t> The margin is the distance between the hyperplane and the nearest data points (support vectors) of each class. SVM aims to maximize this margin.</a:t>
            </a:r>
          </a:p>
          <a:p>
            <a:pPr marL="285750" indent="-228600" algn="just">
              <a:lnSpc>
                <a:spcPct val="120000"/>
              </a:lnSpc>
              <a:spcAft>
                <a:spcPts val="600"/>
              </a:spcAft>
              <a:buSzPct val="125000"/>
              <a:buFont typeface="Arial" panose="020B0604020202020204" pitchFamily="34" charset="0"/>
              <a:buChar char="•"/>
            </a:pPr>
            <a:r>
              <a:rPr lang="en-US" b="1" dirty="0"/>
              <a:t>Kernel:</a:t>
            </a:r>
            <a:r>
              <a:rPr lang="en-US" dirty="0"/>
              <a:t> A kernel function is used to transform the data into a higher-dimensional space, allowing SVM to find a hyperplane in a transformed feature space.</a:t>
            </a:r>
          </a:p>
        </p:txBody>
      </p:sp>
    </p:spTree>
    <p:extLst>
      <p:ext uri="{BB962C8B-B14F-4D97-AF65-F5344CB8AC3E}">
        <p14:creationId xmlns:p14="http://schemas.microsoft.com/office/powerpoint/2010/main" val="341522995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422934-5E21-BEDF-A97F-9C50998CF8A4}"/>
              </a:ext>
            </a:extLst>
          </p:cNvPr>
          <p:cNvSpPr>
            <a:spLocks noGrp="1"/>
          </p:cNvSpPr>
          <p:nvPr>
            <p:ph type="title"/>
          </p:nvPr>
        </p:nvSpPr>
        <p:spPr>
          <a:xfrm>
            <a:off x="1617233" y="4539573"/>
            <a:ext cx="8957534" cy="1182838"/>
          </a:xfrm>
        </p:spPr>
        <p:txBody>
          <a:bodyPr vert="horz" lIns="91440" tIns="45720" rIns="91440" bIns="45720" rtlCol="0" anchor="b">
            <a:normAutofit/>
          </a:bodyPr>
          <a:lstStyle/>
          <a:p>
            <a:pPr algn="ctr"/>
            <a:r>
              <a:rPr lang="en-US" sz="4800">
                <a:solidFill>
                  <a:srgbClr val="FFFFFF"/>
                </a:solidFill>
              </a:rPr>
              <a:t>Types of SVM</a:t>
            </a:r>
          </a:p>
        </p:txBody>
      </p:sp>
      <p:sp>
        <p:nvSpPr>
          <p:cNvPr id="4" name="Slide Number Placeholder 3">
            <a:extLst>
              <a:ext uri="{FF2B5EF4-FFF2-40B4-BE49-F238E27FC236}">
                <a16:creationId xmlns:a16="http://schemas.microsoft.com/office/drawing/2014/main" id="{DE46A8B9-76F2-500A-E1BD-704C452F7523}"/>
              </a:ext>
            </a:extLst>
          </p:cNvPr>
          <p:cNvSpPr>
            <a:spLocks noGrp="1"/>
          </p:cNvSpPr>
          <p:nvPr>
            <p:ph type="sldNum" sz="quarter" idx="12"/>
          </p:nvPr>
        </p:nvSpPr>
        <p:spPr>
          <a:xfrm>
            <a:off x="9896911" y="6309360"/>
            <a:ext cx="771089" cy="365125"/>
          </a:xfrm>
        </p:spPr>
        <p:txBody>
          <a:bodyPr vert="horz" lIns="91440" tIns="45720" rIns="91440" bIns="45720" rtlCol="0" anchor="ctr">
            <a:normAutofit/>
          </a:bodyPr>
          <a:lstStyle/>
          <a:p>
            <a:pPr>
              <a:spcAft>
                <a:spcPts val="600"/>
              </a:spcAft>
            </a:pPr>
            <a:fld id="{34B7E4EF-A1BD-40F4-AB7B-04F084DD991D}" type="slidenum">
              <a:rPr lang="en-US">
                <a:solidFill>
                  <a:srgbClr val="FFFFFF"/>
                </a:solidFill>
              </a:rPr>
              <a:pPr>
                <a:spcAft>
                  <a:spcPts val="600"/>
                </a:spcAft>
              </a:pPr>
              <a:t>54</a:t>
            </a:fld>
            <a:endParaRPr lang="en-US">
              <a:solidFill>
                <a:srgbClr val="FFFFFF"/>
              </a:solidFill>
            </a:endParaRPr>
          </a:p>
        </p:txBody>
      </p:sp>
      <p:pic>
        <p:nvPicPr>
          <p:cNvPr id="6" name="Picture 5" descr="A white text with black text&#10;&#10;Description automatically generated">
            <a:extLst>
              <a:ext uri="{FF2B5EF4-FFF2-40B4-BE49-F238E27FC236}">
                <a16:creationId xmlns:a16="http://schemas.microsoft.com/office/drawing/2014/main" id="{3F4BC245-F00A-CB14-44C3-D3172FFB8B64}"/>
              </a:ext>
            </a:extLst>
          </p:cNvPr>
          <p:cNvPicPr>
            <a:picLocks noChangeAspect="1"/>
          </p:cNvPicPr>
          <p:nvPr/>
        </p:nvPicPr>
        <p:blipFill>
          <a:blip r:embed="rId2"/>
          <a:stretch>
            <a:fillRect/>
          </a:stretch>
        </p:blipFill>
        <p:spPr>
          <a:xfrm>
            <a:off x="973635" y="1189262"/>
            <a:ext cx="10266669" cy="2499955"/>
          </a:xfrm>
          <a:prstGeom prst="rect">
            <a:avLst/>
          </a:prstGeom>
        </p:spPr>
      </p:pic>
    </p:spTree>
    <p:extLst>
      <p:ext uri="{BB962C8B-B14F-4D97-AF65-F5344CB8AC3E}">
        <p14:creationId xmlns:p14="http://schemas.microsoft.com/office/powerpoint/2010/main" val="38625201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A diagram of a variety of svm&#10;&#10;Description automatically generated">
            <a:extLst>
              <a:ext uri="{FF2B5EF4-FFF2-40B4-BE49-F238E27FC236}">
                <a16:creationId xmlns:a16="http://schemas.microsoft.com/office/drawing/2014/main" id="{6B7623D8-A0C4-ECD3-253E-6B9990C03C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26131" y="1123527"/>
            <a:ext cx="6139733" cy="4604800"/>
          </a:xfrm>
          <a:prstGeom prst="rect">
            <a:avLst/>
          </a:prstGeom>
        </p:spPr>
      </p:pic>
      <p:sp>
        <p:nvSpPr>
          <p:cNvPr id="4" name="Slide Number Placeholder 3">
            <a:extLst>
              <a:ext uri="{FF2B5EF4-FFF2-40B4-BE49-F238E27FC236}">
                <a16:creationId xmlns:a16="http://schemas.microsoft.com/office/drawing/2014/main" id="{CE14BE61-3F3D-2E0A-2565-A04BDC76BC39}"/>
              </a:ext>
            </a:extLst>
          </p:cNvPr>
          <p:cNvSpPr>
            <a:spLocks noGrp="1"/>
          </p:cNvSpPr>
          <p:nvPr>
            <p:ph type="sldNum" sz="quarter" idx="12"/>
          </p:nvPr>
        </p:nvSpPr>
        <p:spPr>
          <a:xfrm>
            <a:off x="10276321" y="6399021"/>
            <a:ext cx="771089" cy="365125"/>
          </a:xfrm>
        </p:spPr>
        <p:txBody>
          <a:bodyPr vert="horz" lIns="91440" tIns="45720" rIns="91440" bIns="45720" rtlCol="0" anchor="ctr">
            <a:normAutofit/>
          </a:bodyPr>
          <a:lstStyle/>
          <a:p>
            <a:pPr defTabSz="457200">
              <a:spcAft>
                <a:spcPts val="600"/>
              </a:spcAft>
            </a:pPr>
            <a:fld id="{34B7E4EF-A1BD-40F4-AB7B-04F084DD991D}" type="slidenum">
              <a:rPr lang="en-US">
                <a:solidFill>
                  <a:schemeClr val="tx1"/>
                </a:solidFill>
              </a:rPr>
              <a:pPr defTabSz="457200">
                <a:spcAft>
                  <a:spcPts val="600"/>
                </a:spcAft>
              </a:pPr>
              <a:t>55</a:t>
            </a:fld>
            <a:endParaRPr lang="en-US">
              <a:solidFill>
                <a:schemeClr val="tx1"/>
              </a:solidFill>
            </a:endParaRPr>
          </a:p>
        </p:txBody>
      </p:sp>
    </p:spTree>
    <p:extLst>
      <p:ext uri="{BB962C8B-B14F-4D97-AF65-F5344CB8AC3E}">
        <p14:creationId xmlns:p14="http://schemas.microsoft.com/office/powerpoint/2010/main" val="294639264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FB24A-F614-F346-CA1E-9678AC2C242A}"/>
              </a:ext>
            </a:extLst>
          </p:cNvPr>
          <p:cNvSpPr>
            <a:spLocks noGrp="1"/>
          </p:cNvSpPr>
          <p:nvPr>
            <p:ph type="title"/>
          </p:nvPr>
        </p:nvSpPr>
        <p:spPr>
          <a:xfrm>
            <a:off x="1617233" y="4539573"/>
            <a:ext cx="8957534" cy="1182838"/>
          </a:xfrm>
        </p:spPr>
        <p:txBody>
          <a:bodyPr vert="horz" lIns="91440" tIns="45720" rIns="91440" bIns="45720" rtlCol="0" anchor="b">
            <a:normAutofit/>
          </a:bodyPr>
          <a:lstStyle/>
          <a:p>
            <a:pPr algn="ctr"/>
            <a:r>
              <a:rPr lang="en-US" sz="3700">
                <a:solidFill>
                  <a:srgbClr val="FFFFFF"/>
                </a:solidFill>
              </a:rPr>
              <a:t>Existence of the Kernels (hyperplane)</a:t>
            </a:r>
          </a:p>
        </p:txBody>
      </p:sp>
      <p:sp>
        <p:nvSpPr>
          <p:cNvPr id="4" name="Slide Number Placeholder 3">
            <a:extLst>
              <a:ext uri="{FF2B5EF4-FFF2-40B4-BE49-F238E27FC236}">
                <a16:creationId xmlns:a16="http://schemas.microsoft.com/office/drawing/2014/main" id="{C8DF8E8A-1E4F-88DC-1550-B67338FD531E}"/>
              </a:ext>
            </a:extLst>
          </p:cNvPr>
          <p:cNvSpPr>
            <a:spLocks noGrp="1"/>
          </p:cNvSpPr>
          <p:nvPr>
            <p:ph type="sldNum" sz="quarter" idx="12"/>
          </p:nvPr>
        </p:nvSpPr>
        <p:spPr>
          <a:xfrm>
            <a:off x="9896911" y="6309360"/>
            <a:ext cx="771089" cy="365125"/>
          </a:xfrm>
        </p:spPr>
        <p:txBody>
          <a:bodyPr vert="horz" lIns="91440" tIns="45720" rIns="91440" bIns="45720" rtlCol="0" anchor="ctr">
            <a:normAutofit/>
          </a:bodyPr>
          <a:lstStyle/>
          <a:p>
            <a:pPr>
              <a:spcAft>
                <a:spcPts val="600"/>
              </a:spcAft>
            </a:pPr>
            <a:fld id="{34B7E4EF-A1BD-40F4-AB7B-04F084DD991D}" type="slidenum">
              <a:rPr lang="en-US">
                <a:solidFill>
                  <a:srgbClr val="FFFFFF"/>
                </a:solidFill>
              </a:rPr>
              <a:pPr>
                <a:spcAft>
                  <a:spcPts val="600"/>
                </a:spcAft>
              </a:pPr>
              <a:t>56</a:t>
            </a:fld>
            <a:endParaRPr lang="en-US">
              <a:solidFill>
                <a:srgbClr val="FFFFFF"/>
              </a:solidFill>
            </a:endParaRPr>
          </a:p>
        </p:txBody>
      </p:sp>
      <p:pic>
        <p:nvPicPr>
          <p:cNvPr id="6" name="Picture 5" descr="A white background with black text&#10;&#10;Description automatically generated">
            <a:extLst>
              <a:ext uri="{FF2B5EF4-FFF2-40B4-BE49-F238E27FC236}">
                <a16:creationId xmlns:a16="http://schemas.microsoft.com/office/drawing/2014/main" id="{FD93E1F3-0DEB-B719-D41E-194ECEF434EC}"/>
              </a:ext>
            </a:extLst>
          </p:cNvPr>
          <p:cNvPicPr>
            <a:picLocks noChangeAspect="1"/>
          </p:cNvPicPr>
          <p:nvPr/>
        </p:nvPicPr>
        <p:blipFill>
          <a:blip r:embed="rId2"/>
          <a:stretch>
            <a:fillRect/>
          </a:stretch>
        </p:blipFill>
        <p:spPr>
          <a:xfrm>
            <a:off x="1731245" y="951493"/>
            <a:ext cx="8751449" cy="2975493"/>
          </a:xfrm>
          <a:prstGeom prst="rect">
            <a:avLst/>
          </a:prstGeom>
        </p:spPr>
      </p:pic>
    </p:spTree>
    <p:extLst>
      <p:ext uri="{BB962C8B-B14F-4D97-AF65-F5344CB8AC3E}">
        <p14:creationId xmlns:p14="http://schemas.microsoft.com/office/powerpoint/2010/main" val="398853532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E43CE2-FCC8-B084-430C-120824952F01}"/>
              </a:ext>
            </a:extLst>
          </p:cNvPr>
          <p:cNvSpPr>
            <a:spLocks noGrp="1"/>
          </p:cNvSpPr>
          <p:nvPr>
            <p:ph type="title"/>
          </p:nvPr>
        </p:nvSpPr>
        <p:spPr>
          <a:xfrm>
            <a:off x="8057397" y="1113282"/>
            <a:ext cx="3489569" cy="2396681"/>
          </a:xfrm>
        </p:spPr>
        <p:txBody>
          <a:bodyPr vert="horz" lIns="91440" tIns="45720" rIns="91440" bIns="45720" rtlCol="0" anchor="b">
            <a:normAutofit/>
          </a:bodyPr>
          <a:lstStyle/>
          <a:p>
            <a:r>
              <a:rPr lang="en-US" sz="4400">
                <a:solidFill>
                  <a:srgbClr val="FFFFFF"/>
                </a:solidFill>
              </a:rPr>
              <a:t>Why “Margin” ?</a:t>
            </a:r>
          </a:p>
        </p:txBody>
      </p:sp>
      <p:sp>
        <p:nvSpPr>
          <p:cNvPr id="4" name="Slide Number Placeholder 3">
            <a:extLst>
              <a:ext uri="{FF2B5EF4-FFF2-40B4-BE49-F238E27FC236}">
                <a16:creationId xmlns:a16="http://schemas.microsoft.com/office/drawing/2014/main" id="{A2A0B7FA-3C09-FD63-E7AC-36DE2CF0410E}"/>
              </a:ext>
            </a:extLst>
          </p:cNvPr>
          <p:cNvSpPr>
            <a:spLocks noGrp="1"/>
          </p:cNvSpPr>
          <p:nvPr>
            <p:ph type="sldNum" sz="quarter" idx="12"/>
          </p:nvPr>
        </p:nvSpPr>
        <p:spPr>
          <a:xfrm>
            <a:off x="9896911" y="6309360"/>
            <a:ext cx="771089" cy="365125"/>
          </a:xfrm>
        </p:spPr>
        <p:txBody>
          <a:bodyPr vert="horz" lIns="91440" tIns="45720" rIns="91440" bIns="45720" rtlCol="0" anchor="ctr">
            <a:normAutofit/>
          </a:bodyPr>
          <a:lstStyle/>
          <a:p>
            <a:pPr>
              <a:spcAft>
                <a:spcPts val="600"/>
              </a:spcAft>
            </a:pPr>
            <a:fld id="{34B7E4EF-A1BD-40F4-AB7B-04F084DD991D}" type="slidenum">
              <a:rPr lang="en-US">
                <a:solidFill>
                  <a:srgbClr val="FFFFFF"/>
                </a:solidFill>
              </a:rPr>
              <a:pPr>
                <a:spcAft>
                  <a:spcPts val="600"/>
                </a:spcAft>
              </a:pPr>
              <a:t>57</a:t>
            </a:fld>
            <a:endParaRPr lang="en-US">
              <a:solidFill>
                <a:srgbClr val="FFFFFF"/>
              </a:solidFill>
            </a:endParaRPr>
          </a:p>
        </p:txBody>
      </p:sp>
      <p:pic>
        <p:nvPicPr>
          <p:cNvPr id="8" name="Picture 7" descr="A diagram of a graph&#10;&#10;Description automatically generated">
            <a:extLst>
              <a:ext uri="{FF2B5EF4-FFF2-40B4-BE49-F238E27FC236}">
                <a16:creationId xmlns:a16="http://schemas.microsoft.com/office/drawing/2014/main" id="{895AAD21-1F8C-17BD-4DA2-4C04148F9CDE}"/>
              </a:ext>
            </a:extLst>
          </p:cNvPr>
          <p:cNvPicPr>
            <a:picLocks noChangeAspect="1"/>
          </p:cNvPicPr>
          <p:nvPr/>
        </p:nvPicPr>
        <p:blipFill>
          <a:blip r:embed="rId2"/>
          <a:stretch>
            <a:fillRect/>
          </a:stretch>
        </p:blipFill>
        <p:spPr>
          <a:xfrm>
            <a:off x="1118988" y="1904799"/>
            <a:ext cx="6112382" cy="3040910"/>
          </a:xfrm>
          <a:prstGeom prst="rect">
            <a:avLst/>
          </a:prstGeom>
        </p:spPr>
      </p:pic>
    </p:spTree>
    <p:extLst>
      <p:ext uri="{BB962C8B-B14F-4D97-AF65-F5344CB8AC3E}">
        <p14:creationId xmlns:p14="http://schemas.microsoft.com/office/powerpoint/2010/main" val="146706085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93CB09-AFFC-ADE7-F4DA-3C4F385F123B}"/>
              </a:ext>
            </a:extLst>
          </p:cNvPr>
          <p:cNvSpPr>
            <a:spLocks noGrp="1"/>
          </p:cNvSpPr>
          <p:nvPr>
            <p:ph type="title"/>
          </p:nvPr>
        </p:nvSpPr>
        <p:spPr>
          <a:xfrm>
            <a:off x="8057397" y="1113282"/>
            <a:ext cx="3489569" cy="2396681"/>
          </a:xfrm>
        </p:spPr>
        <p:txBody>
          <a:bodyPr vert="horz" lIns="91440" tIns="45720" rIns="91440" bIns="45720" rtlCol="0" anchor="b">
            <a:normAutofit/>
          </a:bodyPr>
          <a:lstStyle/>
          <a:p>
            <a:r>
              <a:rPr lang="en-US" sz="4400">
                <a:solidFill>
                  <a:srgbClr val="FFFFFF"/>
                </a:solidFill>
              </a:rPr>
              <a:t>Why “Margin” ? (Cont.)</a:t>
            </a:r>
          </a:p>
        </p:txBody>
      </p:sp>
      <p:sp>
        <p:nvSpPr>
          <p:cNvPr id="4" name="Slide Number Placeholder 3">
            <a:extLst>
              <a:ext uri="{FF2B5EF4-FFF2-40B4-BE49-F238E27FC236}">
                <a16:creationId xmlns:a16="http://schemas.microsoft.com/office/drawing/2014/main" id="{6CF488AC-2B74-62A5-78EF-32AFF9DFE32E}"/>
              </a:ext>
            </a:extLst>
          </p:cNvPr>
          <p:cNvSpPr>
            <a:spLocks noGrp="1"/>
          </p:cNvSpPr>
          <p:nvPr>
            <p:ph type="sldNum" sz="quarter" idx="12"/>
          </p:nvPr>
        </p:nvSpPr>
        <p:spPr>
          <a:xfrm>
            <a:off x="9896911" y="6309360"/>
            <a:ext cx="771089" cy="365125"/>
          </a:xfrm>
        </p:spPr>
        <p:txBody>
          <a:bodyPr vert="horz" lIns="91440" tIns="45720" rIns="91440" bIns="45720" rtlCol="0" anchor="ctr">
            <a:normAutofit/>
          </a:bodyPr>
          <a:lstStyle/>
          <a:p>
            <a:pPr>
              <a:spcAft>
                <a:spcPts val="600"/>
              </a:spcAft>
            </a:pPr>
            <a:fld id="{34B7E4EF-A1BD-40F4-AB7B-04F084DD991D}" type="slidenum">
              <a:rPr lang="en-US">
                <a:solidFill>
                  <a:srgbClr val="FFFFFF"/>
                </a:solidFill>
              </a:rPr>
              <a:pPr>
                <a:spcAft>
                  <a:spcPts val="600"/>
                </a:spcAft>
              </a:pPr>
              <a:t>58</a:t>
            </a:fld>
            <a:endParaRPr lang="en-US">
              <a:solidFill>
                <a:srgbClr val="FFFFFF"/>
              </a:solidFill>
            </a:endParaRPr>
          </a:p>
        </p:txBody>
      </p:sp>
      <p:pic>
        <p:nvPicPr>
          <p:cNvPr id="6" name="Picture 5" descr="A diagram of a graph&#10;&#10;Description automatically generated">
            <a:extLst>
              <a:ext uri="{FF2B5EF4-FFF2-40B4-BE49-F238E27FC236}">
                <a16:creationId xmlns:a16="http://schemas.microsoft.com/office/drawing/2014/main" id="{AB0CED47-08B4-8FFA-365E-0F47A738CE74}"/>
              </a:ext>
            </a:extLst>
          </p:cNvPr>
          <p:cNvPicPr>
            <a:picLocks noChangeAspect="1"/>
          </p:cNvPicPr>
          <p:nvPr/>
        </p:nvPicPr>
        <p:blipFill>
          <a:blip r:embed="rId2"/>
          <a:stretch>
            <a:fillRect/>
          </a:stretch>
        </p:blipFill>
        <p:spPr>
          <a:xfrm>
            <a:off x="1118988" y="1851316"/>
            <a:ext cx="6112382" cy="3147876"/>
          </a:xfrm>
          <a:prstGeom prst="rect">
            <a:avLst/>
          </a:prstGeom>
        </p:spPr>
      </p:pic>
    </p:spTree>
    <p:extLst>
      <p:ext uri="{BB962C8B-B14F-4D97-AF65-F5344CB8AC3E}">
        <p14:creationId xmlns:p14="http://schemas.microsoft.com/office/powerpoint/2010/main" val="249435459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201C49-086D-C779-FA6D-815CE0BFDA15}"/>
              </a:ext>
            </a:extLst>
          </p:cNvPr>
          <p:cNvSpPr>
            <a:spLocks noGrp="1"/>
          </p:cNvSpPr>
          <p:nvPr>
            <p:ph type="title"/>
          </p:nvPr>
        </p:nvSpPr>
        <p:spPr>
          <a:xfrm>
            <a:off x="1577445" y="1168078"/>
            <a:ext cx="9048219" cy="1092200"/>
          </a:xfrm>
        </p:spPr>
        <p:txBody>
          <a:bodyPr vert="horz" lIns="91440" tIns="45720" rIns="91440" bIns="45720" rtlCol="0" anchor="ctr">
            <a:normAutofit/>
          </a:bodyPr>
          <a:lstStyle/>
          <a:p>
            <a:pPr algn="ctr"/>
            <a:r>
              <a:rPr lang="en-US">
                <a:solidFill>
                  <a:srgbClr val="FFFFFF"/>
                </a:solidFill>
              </a:rPr>
              <a:t>The learning Process</a:t>
            </a:r>
          </a:p>
        </p:txBody>
      </p:sp>
      <p:sp>
        <p:nvSpPr>
          <p:cNvPr id="4" name="Slide Number Placeholder 3">
            <a:extLst>
              <a:ext uri="{FF2B5EF4-FFF2-40B4-BE49-F238E27FC236}">
                <a16:creationId xmlns:a16="http://schemas.microsoft.com/office/drawing/2014/main" id="{5918D8F3-DA0F-41F1-A539-7F68B47A6A3B}"/>
              </a:ext>
            </a:extLst>
          </p:cNvPr>
          <p:cNvSpPr>
            <a:spLocks noGrp="1"/>
          </p:cNvSpPr>
          <p:nvPr>
            <p:ph type="sldNum" sz="quarter" idx="12"/>
          </p:nvPr>
        </p:nvSpPr>
        <p:spPr>
          <a:xfrm>
            <a:off x="9854575" y="6354522"/>
            <a:ext cx="771089" cy="365125"/>
          </a:xfrm>
        </p:spPr>
        <p:txBody>
          <a:bodyPr vert="horz" lIns="91440" tIns="45720" rIns="91440" bIns="45720" rtlCol="0" anchor="ctr">
            <a:normAutofit/>
          </a:bodyPr>
          <a:lstStyle/>
          <a:p>
            <a:pPr defTabSz="457200">
              <a:spcAft>
                <a:spcPts val="600"/>
              </a:spcAft>
            </a:pPr>
            <a:fld id="{34B7E4EF-A1BD-40F4-AB7B-04F084DD991D}" type="slidenum">
              <a:rPr lang="en-US" kern="1200">
                <a:solidFill>
                  <a:srgbClr val="FFFFFF"/>
                </a:solidFill>
                <a:latin typeface="+mn-lt"/>
                <a:ea typeface="+mn-ea"/>
                <a:cs typeface="+mn-cs"/>
              </a:rPr>
              <a:pPr defTabSz="457200">
                <a:spcAft>
                  <a:spcPts val="600"/>
                </a:spcAft>
              </a:pPr>
              <a:t>59</a:t>
            </a:fld>
            <a:endParaRPr lang="en-US" kern="1200">
              <a:solidFill>
                <a:srgbClr val="FFFFFF"/>
              </a:solidFill>
              <a:latin typeface="+mn-lt"/>
              <a:ea typeface="+mn-ea"/>
              <a:cs typeface="+mn-cs"/>
            </a:endParaRPr>
          </a:p>
        </p:txBody>
      </p:sp>
      <p:sp>
        <p:nvSpPr>
          <p:cNvPr id="87" name="TextBox 7">
            <a:extLst>
              <a:ext uri="{FF2B5EF4-FFF2-40B4-BE49-F238E27FC236}">
                <a16:creationId xmlns:a16="http://schemas.microsoft.com/office/drawing/2014/main" id="{9505DC76-BAC4-1CFD-C812-041AB6955072}"/>
              </a:ext>
            </a:extLst>
          </p:cNvPr>
          <p:cNvSpPr txBox="1"/>
          <p:nvPr/>
        </p:nvSpPr>
        <p:spPr>
          <a:xfrm>
            <a:off x="1577446" y="2413001"/>
            <a:ext cx="9048218" cy="3033180"/>
          </a:xfrm>
          <a:prstGeom prst="rect">
            <a:avLst/>
          </a:prstGeom>
        </p:spPr>
        <p:txBody>
          <a:bodyPr vert="horz" lIns="91440" tIns="45720" rIns="91440" bIns="45720" rtlCol="0" anchor="ctr">
            <a:normAutofit/>
          </a:bodyPr>
          <a:lstStyle/>
          <a:p>
            <a:pPr marL="285750" indent="-228600" algn="just">
              <a:lnSpc>
                <a:spcPct val="120000"/>
              </a:lnSpc>
              <a:spcAft>
                <a:spcPts val="600"/>
              </a:spcAft>
              <a:buSzPct val="125000"/>
              <a:buFont typeface="Arial" panose="020B0604020202020204" pitchFamily="34" charset="0"/>
              <a:buChar char="•"/>
            </a:pPr>
            <a:r>
              <a:rPr lang="en-US" sz="2000" dirty="0">
                <a:solidFill>
                  <a:srgbClr val="FFFFFF"/>
                </a:solidFill>
                <a:effectLst>
                  <a:outerShdw blurRad="38100" dist="38100" dir="2700000" algn="tl">
                    <a:srgbClr val="000000">
                      <a:alpha val="43137"/>
                    </a:srgbClr>
                  </a:outerShdw>
                </a:effectLst>
              </a:rPr>
              <a:t>The distance of the vectors from the hyperplane is called the margin which is a separation of a line to the closest class points.</a:t>
            </a:r>
          </a:p>
          <a:p>
            <a:pPr marL="285750" indent="-228600">
              <a:lnSpc>
                <a:spcPct val="120000"/>
              </a:lnSpc>
              <a:spcAft>
                <a:spcPts val="600"/>
              </a:spcAft>
              <a:buSzPct val="125000"/>
              <a:buFont typeface="Arial" panose="020B0604020202020204" pitchFamily="34" charset="0"/>
              <a:buChar char="•"/>
            </a:pPr>
            <a:endParaRPr lang="en-US" sz="2000" dirty="0">
              <a:solidFill>
                <a:srgbClr val="FFFFFF"/>
              </a:solidFill>
              <a:effectLst>
                <a:outerShdw blurRad="38100" dist="38100" dir="2700000" algn="tl">
                  <a:srgbClr val="000000">
                    <a:alpha val="43137"/>
                  </a:srgbClr>
                </a:outerShdw>
              </a:effectLst>
            </a:endParaRPr>
          </a:p>
          <a:p>
            <a:pPr marL="285750" indent="-228600">
              <a:lnSpc>
                <a:spcPct val="120000"/>
              </a:lnSpc>
              <a:spcAft>
                <a:spcPts val="600"/>
              </a:spcAft>
              <a:buSzPct val="125000"/>
              <a:buFont typeface="Arial" panose="020B0604020202020204" pitchFamily="34" charset="0"/>
              <a:buChar char="•"/>
            </a:pPr>
            <a:r>
              <a:rPr lang="en-US" sz="2000" dirty="0">
                <a:solidFill>
                  <a:srgbClr val="FFFFFF"/>
                </a:solidFill>
                <a:effectLst>
                  <a:outerShdw blurRad="38100" dist="38100" dir="2700000" algn="tl">
                    <a:srgbClr val="000000">
                      <a:alpha val="43137"/>
                    </a:srgbClr>
                  </a:outerShdw>
                </a:effectLst>
              </a:rPr>
              <a:t>We would like to choose a hyperplane that </a:t>
            </a:r>
            <a:r>
              <a:rPr lang="en-US" sz="2000" b="1" dirty="0">
                <a:solidFill>
                  <a:srgbClr val="FFFFFF"/>
                </a:solidFill>
                <a:effectLst>
                  <a:outerShdw blurRad="38100" dist="38100" dir="2700000" algn="tl">
                    <a:srgbClr val="000000">
                      <a:alpha val="43137"/>
                    </a:srgbClr>
                  </a:outerShdw>
                </a:effectLst>
              </a:rPr>
              <a:t>maximizes the margin </a:t>
            </a:r>
            <a:r>
              <a:rPr lang="en-US" sz="2000" dirty="0">
                <a:solidFill>
                  <a:srgbClr val="FFFFFF"/>
                </a:solidFill>
                <a:effectLst>
                  <a:outerShdw blurRad="38100" dist="38100" dir="2700000" algn="tl">
                    <a:srgbClr val="000000">
                      <a:alpha val="43137"/>
                    </a:srgbClr>
                  </a:outerShdw>
                </a:effectLst>
              </a:rPr>
              <a:t>between classes.</a:t>
            </a:r>
          </a:p>
          <a:p>
            <a:pPr marL="285750" indent="-228600">
              <a:lnSpc>
                <a:spcPct val="120000"/>
              </a:lnSpc>
              <a:spcAft>
                <a:spcPts val="600"/>
              </a:spcAft>
              <a:buSzPct val="125000"/>
              <a:buFont typeface="Arial" panose="020B0604020202020204" pitchFamily="34" charset="0"/>
              <a:buChar char="•"/>
            </a:pPr>
            <a:endParaRPr lang="en-US" sz="2000" dirty="0">
              <a:solidFill>
                <a:srgbClr val="FFFFFF"/>
              </a:solidFill>
              <a:effectLst>
                <a:outerShdw blurRad="38100" dist="38100" dir="2700000" algn="tl">
                  <a:srgbClr val="000000">
                    <a:alpha val="43137"/>
                  </a:srgbClr>
                </a:outerShdw>
              </a:effectLst>
            </a:endParaRPr>
          </a:p>
          <a:p>
            <a:pPr marL="457200" indent="-228600">
              <a:lnSpc>
                <a:spcPct val="120000"/>
              </a:lnSpc>
              <a:spcAft>
                <a:spcPts val="600"/>
              </a:spcAft>
              <a:buSzPct val="125000"/>
              <a:buFont typeface="Arial" panose="020B0604020202020204" pitchFamily="34" charset="0"/>
              <a:buChar char="•"/>
            </a:pPr>
            <a:r>
              <a:rPr lang="en-US" sz="2000" dirty="0">
                <a:solidFill>
                  <a:srgbClr val="FFFFFF"/>
                </a:solidFill>
                <a:effectLst>
                  <a:outerShdw blurRad="38100" dist="38100" dir="2700000" algn="tl">
                    <a:srgbClr val="000000">
                      <a:alpha val="43137"/>
                    </a:srgbClr>
                  </a:outerShdw>
                </a:effectLst>
              </a:rPr>
              <a:t>Soft Margin</a:t>
            </a:r>
          </a:p>
          <a:p>
            <a:pPr marL="457200" indent="-228600">
              <a:lnSpc>
                <a:spcPct val="120000"/>
              </a:lnSpc>
              <a:spcAft>
                <a:spcPts val="600"/>
              </a:spcAft>
              <a:buSzPct val="125000"/>
              <a:buFont typeface="Arial" panose="020B0604020202020204" pitchFamily="34" charset="0"/>
              <a:buChar char="•"/>
            </a:pPr>
            <a:r>
              <a:rPr lang="en-US" sz="2000" dirty="0">
                <a:solidFill>
                  <a:srgbClr val="FFFFFF"/>
                </a:solidFill>
                <a:effectLst>
                  <a:outerShdw blurRad="38100" dist="38100" dir="2700000" algn="tl">
                    <a:srgbClr val="000000">
                      <a:alpha val="43137"/>
                    </a:srgbClr>
                  </a:outerShdw>
                </a:effectLst>
              </a:rPr>
              <a:t>Hard Margin</a:t>
            </a:r>
          </a:p>
        </p:txBody>
      </p:sp>
    </p:spTree>
    <p:extLst>
      <p:ext uri="{BB962C8B-B14F-4D97-AF65-F5344CB8AC3E}">
        <p14:creationId xmlns:p14="http://schemas.microsoft.com/office/powerpoint/2010/main" val="38838691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diagram of a variety of colors&#10;&#10;Description automatically generated with medium confidence">
            <a:extLst>
              <a:ext uri="{FF2B5EF4-FFF2-40B4-BE49-F238E27FC236}">
                <a16:creationId xmlns:a16="http://schemas.microsoft.com/office/drawing/2014/main" id="{6A45A8E3-D3DA-635C-0352-6443C130B628}"/>
              </a:ext>
            </a:extLst>
          </p:cNvPr>
          <p:cNvPicPr>
            <a:picLocks noChangeAspect="1"/>
          </p:cNvPicPr>
          <p:nvPr/>
        </p:nvPicPr>
        <p:blipFill>
          <a:blip r:embed="rId2"/>
          <a:stretch>
            <a:fillRect/>
          </a:stretch>
        </p:blipFill>
        <p:spPr>
          <a:xfrm>
            <a:off x="1514106" y="1123527"/>
            <a:ext cx="9163782" cy="4604800"/>
          </a:xfrm>
          <a:prstGeom prst="rect">
            <a:avLst/>
          </a:prstGeom>
        </p:spPr>
      </p:pic>
      <p:sp>
        <p:nvSpPr>
          <p:cNvPr id="4" name="Slide Number Placeholder 3">
            <a:extLst>
              <a:ext uri="{FF2B5EF4-FFF2-40B4-BE49-F238E27FC236}">
                <a16:creationId xmlns:a16="http://schemas.microsoft.com/office/drawing/2014/main" id="{2461E778-EE21-E896-7363-E136B1FECDEE}"/>
              </a:ext>
            </a:extLst>
          </p:cNvPr>
          <p:cNvSpPr>
            <a:spLocks noGrp="1"/>
          </p:cNvSpPr>
          <p:nvPr>
            <p:ph type="sldNum" sz="quarter" idx="12"/>
          </p:nvPr>
        </p:nvSpPr>
        <p:spPr>
          <a:xfrm>
            <a:off x="10276321" y="6399021"/>
            <a:ext cx="771089" cy="365125"/>
          </a:xfrm>
        </p:spPr>
        <p:txBody>
          <a:bodyPr vert="horz" lIns="91440" tIns="45720" rIns="91440" bIns="45720" rtlCol="0" anchor="ctr">
            <a:normAutofit/>
          </a:bodyPr>
          <a:lstStyle/>
          <a:p>
            <a:pPr defTabSz="457200">
              <a:spcAft>
                <a:spcPts val="600"/>
              </a:spcAft>
            </a:pPr>
            <a:fld id="{34B7E4EF-A1BD-40F4-AB7B-04F084DD991D}" type="slidenum">
              <a:rPr lang="en-US">
                <a:solidFill>
                  <a:schemeClr val="tx1"/>
                </a:solidFill>
              </a:rPr>
              <a:pPr defTabSz="457200">
                <a:spcAft>
                  <a:spcPts val="600"/>
                </a:spcAft>
              </a:pPr>
              <a:t>60</a:t>
            </a:fld>
            <a:endParaRPr lang="en-US">
              <a:solidFill>
                <a:schemeClr val="tx1"/>
              </a:solidFill>
            </a:endParaRPr>
          </a:p>
        </p:txBody>
      </p:sp>
      <p:sp>
        <p:nvSpPr>
          <p:cNvPr id="7" name="Rectangle 6">
            <a:extLst>
              <a:ext uri="{FF2B5EF4-FFF2-40B4-BE49-F238E27FC236}">
                <a16:creationId xmlns:a16="http://schemas.microsoft.com/office/drawing/2014/main" id="{48D63483-EBD7-82D6-3B9C-DD9C2D521898}"/>
              </a:ext>
            </a:extLst>
          </p:cNvPr>
          <p:cNvSpPr/>
          <p:nvPr/>
        </p:nvSpPr>
        <p:spPr>
          <a:xfrm>
            <a:off x="1641520" y="5562701"/>
            <a:ext cx="9513380" cy="646331"/>
          </a:xfrm>
          <a:prstGeom prst="rect">
            <a:avLst/>
          </a:prstGeom>
          <a:noFill/>
        </p:spPr>
        <p:txBody>
          <a:bodyPr wrap="square" lIns="91440" tIns="45720" rIns="91440" bIns="45720">
            <a:spAutoFit/>
          </a:bodyPr>
          <a:lstStyle/>
          <a:p>
            <a:pPr algn="ctr"/>
            <a:r>
              <a:rPr lang="en-US" sz="36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The cost function is to maximize the margin</a:t>
            </a:r>
          </a:p>
        </p:txBody>
      </p:sp>
    </p:spTree>
    <p:extLst>
      <p:ext uri="{BB962C8B-B14F-4D97-AF65-F5344CB8AC3E}">
        <p14:creationId xmlns:p14="http://schemas.microsoft.com/office/powerpoint/2010/main" val="295852744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169C2F-2350-6D32-E9A0-A51E128578DA}"/>
              </a:ext>
            </a:extLst>
          </p:cNvPr>
          <p:cNvSpPr>
            <a:spLocks noGrp="1"/>
          </p:cNvSpPr>
          <p:nvPr>
            <p:ph type="title"/>
          </p:nvPr>
        </p:nvSpPr>
        <p:spPr>
          <a:xfrm>
            <a:off x="1617233" y="4539573"/>
            <a:ext cx="8957534" cy="1182838"/>
          </a:xfrm>
        </p:spPr>
        <p:txBody>
          <a:bodyPr vert="horz" lIns="91440" tIns="45720" rIns="91440" bIns="45720" rtlCol="0" anchor="b">
            <a:normAutofit/>
          </a:bodyPr>
          <a:lstStyle/>
          <a:p>
            <a:pPr algn="ctr"/>
            <a:r>
              <a:rPr lang="en-US" sz="4800">
                <a:solidFill>
                  <a:srgbClr val="FFFFFF"/>
                </a:solidFill>
              </a:rPr>
              <a:t>Soft VS. Hard Margin</a:t>
            </a:r>
          </a:p>
        </p:txBody>
      </p:sp>
      <p:sp>
        <p:nvSpPr>
          <p:cNvPr id="4" name="Slide Number Placeholder 3">
            <a:extLst>
              <a:ext uri="{FF2B5EF4-FFF2-40B4-BE49-F238E27FC236}">
                <a16:creationId xmlns:a16="http://schemas.microsoft.com/office/drawing/2014/main" id="{7AFF8203-2876-C263-86DE-C4C389792239}"/>
              </a:ext>
            </a:extLst>
          </p:cNvPr>
          <p:cNvSpPr>
            <a:spLocks noGrp="1"/>
          </p:cNvSpPr>
          <p:nvPr>
            <p:ph type="sldNum" sz="quarter" idx="12"/>
          </p:nvPr>
        </p:nvSpPr>
        <p:spPr>
          <a:xfrm>
            <a:off x="9896911" y="6309360"/>
            <a:ext cx="771089" cy="365125"/>
          </a:xfrm>
        </p:spPr>
        <p:txBody>
          <a:bodyPr vert="horz" lIns="91440" tIns="45720" rIns="91440" bIns="45720" rtlCol="0" anchor="ctr">
            <a:normAutofit/>
          </a:bodyPr>
          <a:lstStyle/>
          <a:p>
            <a:pPr>
              <a:spcAft>
                <a:spcPts val="600"/>
              </a:spcAft>
            </a:pPr>
            <a:fld id="{34B7E4EF-A1BD-40F4-AB7B-04F084DD991D}" type="slidenum">
              <a:rPr lang="en-US">
                <a:solidFill>
                  <a:srgbClr val="FFFFFF"/>
                </a:solidFill>
              </a:rPr>
              <a:pPr>
                <a:spcAft>
                  <a:spcPts val="600"/>
                </a:spcAft>
              </a:pPr>
              <a:t>61</a:t>
            </a:fld>
            <a:endParaRPr lang="en-US">
              <a:solidFill>
                <a:srgbClr val="FFFFFF"/>
              </a:solidFill>
            </a:endParaRPr>
          </a:p>
        </p:txBody>
      </p:sp>
      <p:pic>
        <p:nvPicPr>
          <p:cNvPr id="6" name="Picture 5" descr="A close-up of a text&#10;&#10;Description automatically generated">
            <a:extLst>
              <a:ext uri="{FF2B5EF4-FFF2-40B4-BE49-F238E27FC236}">
                <a16:creationId xmlns:a16="http://schemas.microsoft.com/office/drawing/2014/main" id="{E811B5AB-0349-0843-BE64-EAE89A902BA0}"/>
              </a:ext>
            </a:extLst>
          </p:cNvPr>
          <p:cNvPicPr>
            <a:picLocks noChangeAspect="1"/>
          </p:cNvPicPr>
          <p:nvPr/>
        </p:nvPicPr>
        <p:blipFill>
          <a:blip r:embed="rId2"/>
          <a:stretch>
            <a:fillRect/>
          </a:stretch>
        </p:blipFill>
        <p:spPr>
          <a:xfrm>
            <a:off x="2113019" y="951493"/>
            <a:ext cx="7987901" cy="2975493"/>
          </a:xfrm>
          <a:prstGeom prst="rect">
            <a:avLst/>
          </a:prstGeom>
        </p:spPr>
      </p:pic>
    </p:spTree>
    <p:extLst>
      <p:ext uri="{BB962C8B-B14F-4D97-AF65-F5344CB8AC3E}">
        <p14:creationId xmlns:p14="http://schemas.microsoft.com/office/powerpoint/2010/main" val="128016459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E64BD7-A19B-165D-EC82-E31F162B8CE8}"/>
              </a:ext>
            </a:extLst>
          </p:cNvPr>
          <p:cNvSpPr>
            <a:spLocks noGrp="1"/>
          </p:cNvSpPr>
          <p:nvPr>
            <p:ph type="title"/>
          </p:nvPr>
        </p:nvSpPr>
        <p:spPr>
          <a:xfrm>
            <a:off x="1141413" y="1082673"/>
            <a:ext cx="2869416" cy="4708528"/>
          </a:xfrm>
        </p:spPr>
        <p:txBody>
          <a:bodyPr vert="horz" lIns="91440" tIns="45720" rIns="91440" bIns="45720" rtlCol="0" anchor="ctr">
            <a:normAutofit/>
          </a:bodyPr>
          <a:lstStyle/>
          <a:p>
            <a:pPr algn="r"/>
            <a:r>
              <a:rPr lang="en-US" sz="4000"/>
              <a:t>Good Fitting</a:t>
            </a:r>
          </a:p>
        </p:txBody>
      </p:sp>
      <p:sp>
        <p:nvSpPr>
          <p:cNvPr id="4" name="Slide Number Placeholder 3">
            <a:extLst>
              <a:ext uri="{FF2B5EF4-FFF2-40B4-BE49-F238E27FC236}">
                <a16:creationId xmlns:a16="http://schemas.microsoft.com/office/drawing/2014/main" id="{03EE2E5F-8514-9D04-6080-691A0078CDA6}"/>
              </a:ext>
            </a:extLst>
          </p:cNvPr>
          <p:cNvSpPr>
            <a:spLocks noGrp="1"/>
          </p:cNvSpPr>
          <p:nvPr>
            <p:ph type="sldNum" sz="quarter" idx="12"/>
          </p:nvPr>
        </p:nvSpPr>
        <p:spPr>
          <a:xfrm>
            <a:off x="10276321" y="5883274"/>
            <a:ext cx="771089" cy="365125"/>
          </a:xfrm>
        </p:spPr>
        <p:txBody>
          <a:bodyPr vert="horz" lIns="91440" tIns="45720" rIns="91440" bIns="45720" rtlCol="0" anchor="ctr">
            <a:normAutofit/>
          </a:bodyPr>
          <a:lstStyle/>
          <a:p>
            <a:pPr defTabSz="457200">
              <a:spcAft>
                <a:spcPts val="600"/>
              </a:spcAft>
            </a:pPr>
            <a:fld id="{34B7E4EF-A1BD-40F4-AB7B-04F084DD991D}" type="slidenum">
              <a:rPr lang="en-US" kern="1200" dirty="0">
                <a:solidFill>
                  <a:schemeClr val="tx1">
                    <a:tint val="75000"/>
                  </a:schemeClr>
                </a:solidFill>
                <a:latin typeface="+mn-lt"/>
                <a:ea typeface="+mn-ea"/>
                <a:cs typeface="+mn-cs"/>
              </a:rPr>
              <a:pPr defTabSz="457200">
                <a:spcAft>
                  <a:spcPts val="600"/>
                </a:spcAft>
              </a:pPr>
              <a:t>62</a:t>
            </a:fld>
            <a:endParaRPr lang="en-US" kern="1200" dirty="0">
              <a:solidFill>
                <a:schemeClr val="tx1">
                  <a:tint val="75000"/>
                </a:schemeClr>
              </a:solidFill>
              <a:latin typeface="+mn-lt"/>
              <a:ea typeface="+mn-ea"/>
              <a:cs typeface="+mn-cs"/>
            </a:endParaRPr>
          </a:p>
        </p:txBody>
      </p:sp>
      <p:sp>
        <p:nvSpPr>
          <p:cNvPr id="6" name="TextBox 5">
            <a:extLst>
              <a:ext uri="{FF2B5EF4-FFF2-40B4-BE49-F238E27FC236}">
                <a16:creationId xmlns:a16="http://schemas.microsoft.com/office/drawing/2014/main" id="{D5BBEA1E-0A0C-BE03-3E35-BA5CC053F170}"/>
              </a:ext>
            </a:extLst>
          </p:cNvPr>
          <p:cNvSpPr txBox="1"/>
          <p:nvPr/>
        </p:nvSpPr>
        <p:spPr>
          <a:xfrm>
            <a:off x="5297763" y="1082673"/>
            <a:ext cx="5751237" cy="4708528"/>
          </a:xfrm>
          <a:prstGeom prst="rect">
            <a:avLst/>
          </a:prstGeom>
        </p:spPr>
        <p:txBody>
          <a:bodyPr vert="horz" lIns="91440" tIns="45720" rIns="91440" bIns="45720" rtlCol="0" anchor="ctr">
            <a:normAutofit/>
          </a:bodyPr>
          <a:lstStyle/>
          <a:p>
            <a:pPr indent="-228600">
              <a:lnSpc>
                <a:spcPct val="120000"/>
              </a:lnSpc>
              <a:spcAft>
                <a:spcPts val="600"/>
              </a:spcAft>
              <a:buSzPct val="125000"/>
              <a:buFont typeface="Arial" panose="020B0604020202020204" pitchFamily="34" charset="0"/>
              <a:buChar char="•"/>
            </a:pPr>
            <a:r>
              <a:rPr lang="en-US" dirty="0">
                <a:effectLst>
                  <a:outerShdw blurRad="38100" dist="38100" dir="2700000" algn="tl">
                    <a:srgbClr val="000000">
                      <a:alpha val="43137"/>
                    </a:srgbClr>
                  </a:outerShdw>
                </a:effectLst>
              </a:rPr>
              <a:t>A good margin is one where this separation is larger for both the classes. Images below gives to visual example of good and bad margin.</a:t>
            </a:r>
          </a:p>
        </p:txBody>
      </p:sp>
      <p:pic>
        <p:nvPicPr>
          <p:cNvPr id="8" name="Picture 7">
            <a:extLst>
              <a:ext uri="{FF2B5EF4-FFF2-40B4-BE49-F238E27FC236}">
                <a16:creationId xmlns:a16="http://schemas.microsoft.com/office/drawing/2014/main" id="{F6BCB61F-9B82-AA68-0864-665995F0E900}"/>
              </a:ext>
            </a:extLst>
          </p:cNvPr>
          <p:cNvPicPr>
            <a:picLocks noChangeAspect="1"/>
          </p:cNvPicPr>
          <p:nvPr/>
        </p:nvPicPr>
        <p:blipFill>
          <a:blip r:embed="rId2"/>
          <a:stretch>
            <a:fillRect/>
          </a:stretch>
        </p:blipFill>
        <p:spPr>
          <a:xfrm>
            <a:off x="5181145" y="4206766"/>
            <a:ext cx="5866699" cy="1557447"/>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212927263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AD3790-C6E6-0546-DDB0-A043662DEC45}"/>
              </a:ext>
            </a:extLst>
          </p:cNvPr>
          <p:cNvSpPr>
            <a:spLocks noGrp="1"/>
          </p:cNvSpPr>
          <p:nvPr>
            <p:ph type="title"/>
          </p:nvPr>
        </p:nvSpPr>
        <p:spPr>
          <a:xfrm>
            <a:off x="1617233" y="4539573"/>
            <a:ext cx="8957534" cy="1182838"/>
          </a:xfrm>
        </p:spPr>
        <p:txBody>
          <a:bodyPr vert="horz" lIns="91440" tIns="45720" rIns="91440" bIns="45720" rtlCol="0" anchor="b">
            <a:normAutofit/>
          </a:bodyPr>
          <a:lstStyle/>
          <a:p>
            <a:pPr algn="ctr"/>
            <a:r>
              <a:rPr lang="en-US" sz="4800">
                <a:solidFill>
                  <a:srgbClr val="FFFFFF"/>
                </a:solidFill>
              </a:rPr>
              <a:t>Advantages</a:t>
            </a:r>
          </a:p>
        </p:txBody>
      </p:sp>
      <p:sp>
        <p:nvSpPr>
          <p:cNvPr id="4" name="Slide Number Placeholder 3">
            <a:extLst>
              <a:ext uri="{FF2B5EF4-FFF2-40B4-BE49-F238E27FC236}">
                <a16:creationId xmlns:a16="http://schemas.microsoft.com/office/drawing/2014/main" id="{5F20FB21-8123-F772-36B1-1C8A036ABDC5}"/>
              </a:ext>
            </a:extLst>
          </p:cNvPr>
          <p:cNvSpPr>
            <a:spLocks noGrp="1"/>
          </p:cNvSpPr>
          <p:nvPr>
            <p:ph type="sldNum" sz="quarter" idx="12"/>
          </p:nvPr>
        </p:nvSpPr>
        <p:spPr>
          <a:xfrm>
            <a:off x="9896911" y="6309360"/>
            <a:ext cx="771089" cy="365125"/>
          </a:xfrm>
        </p:spPr>
        <p:txBody>
          <a:bodyPr vert="horz" lIns="91440" tIns="45720" rIns="91440" bIns="45720" rtlCol="0" anchor="ctr">
            <a:normAutofit/>
          </a:bodyPr>
          <a:lstStyle/>
          <a:p>
            <a:pPr>
              <a:spcAft>
                <a:spcPts val="600"/>
              </a:spcAft>
            </a:pPr>
            <a:fld id="{34B7E4EF-A1BD-40F4-AB7B-04F084DD991D}" type="slidenum">
              <a:rPr lang="en-US">
                <a:solidFill>
                  <a:srgbClr val="FFFFFF"/>
                </a:solidFill>
              </a:rPr>
              <a:pPr>
                <a:spcAft>
                  <a:spcPts val="600"/>
                </a:spcAft>
              </a:pPr>
              <a:t>63</a:t>
            </a:fld>
            <a:endParaRPr lang="en-US">
              <a:solidFill>
                <a:srgbClr val="FFFFFF"/>
              </a:solidFill>
            </a:endParaRPr>
          </a:p>
        </p:txBody>
      </p:sp>
      <p:pic>
        <p:nvPicPr>
          <p:cNvPr id="6" name="Picture 5" descr="A blue background with white text&#10;&#10;Description automatically generated">
            <a:extLst>
              <a:ext uri="{FF2B5EF4-FFF2-40B4-BE49-F238E27FC236}">
                <a16:creationId xmlns:a16="http://schemas.microsoft.com/office/drawing/2014/main" id="{6E04E2BC-1EA4-551C-7E8C-6658DF36CCD2}"/>
              </a:ext>
            </a:extLst>
          </p:cNvPr>
          <p:cNvPicPr>
            <a:picLocks noChangeAspect="1"/>
          </p:cNvPicPr>
          <p:nvPr/>
        </p:nvPicPr>
        <p:blipFill>
          <a:blip r:embed="rId2"/>
          <a:stretch>
            <a:fillRect/>
          </a:stretch>
        </p:blipFill>
        <p:spPr>
          <a:xfrm>
            <a:off x="973635" y="1268772"/>
            <a:ext cx="10266669" cy="2340934"/>
          </a:xfrm>
          <a:prstGeom prst="rect">
            <a:avLst/>
          </a:prstGeom>
        </p:spPr>
      </p:pic>
    </p:spTree>
    <p:extLst>
      <p:ext uri="{BB962C8B-B14F-4D97-AF65-F5344CB8AC3E}">
        <p14:creationId xmlns:p14="http://schemas.microsoft.com/office/powerpoint/2010/main" val="371861940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59D987-877B-6E2A-4B0C-36B54363199A}"/>
              </a:ext>
            </a:extLst>
          </p:cNvPr>
          <p:cNvSpPr>
            <a:spLocks noGrp="1"/>
          </p:cNvSpPr>
          <p:nvPr>
            <p:ph type="title"/>
          </p:nvPr>
        </p:nvSpPr>
        <p:spPr>
          <a:xfrm>
            <a:off x="1617233" y="4539573"/>
            <a:ext cx="8957534" cy="1182838"/>
          </a:xfrm>
        </p:spPr>
        <p:txBody>
          <a:bodyPr vert="horz" lIns="91440" tIns="45720" rIns="91440" bIns="45720" rtlCol="0" anchor="b">
            <a:normAutofit/>
          </a:bodyPr>
          <a:lstStyle/>
          <a:p>
            <a:pPr algn="ctr"/>
            <a:r>
              <a:rPr lang="en-US" sz="4800">
                <a:solidFill>
                  <a:srgbClr val="FFFFFF"/>
                </a:solidFill>
              </a:rPr>
              <a:t>Limitations</a:t>
            </a:r>
          </a:p>
        </p:txBody>
      </p:sp>
      <p:sp>
        <p:nvSpPr>
          <p:cNvPr id="4" name="Slide Number Placeholder 3">
            <a:extLst>
              <a:ext uri="{FF2B5EF4-FFF2-40B4-BE49-F238E27FC236}">
                <a16:creationId xmlns:a16="http://schemas.microsoft.com/office/drawing/2014/main" id="{D1054A90-EBF7-73BD-A992-FCEA0869FC30}"/>
              </a:ext>
            </a:extLst>
          </p:cNvPr>
          <p:cNvSpPr>
            <a:spLocks noGrp="1"/>
          </p:cNvSpPr>
          <p:nvPr>
            <p:ph type="sldNum" sz="quarter" idx="12"/>
          </p:nvPr>
        </p:nvSpPr>
        <p:spPr>
          <a:xfrm>
            <a:off x="9896911" y="6309360"/>
            <a:ext cx="771089" cy="365125"/>
          </a:xfrm>
        </p:spPr>
        <p:txBody>
          <a:bodyPr vert="horz" lIns="91440" tIns="45720" rIns="91440" bIns="45720" rtlCol="0" anchor="ctr">
            <a:normAutofit/>
          </a:bodyPr>
          <a:lstStyle/>
          <a:p>
            <a:pPr>
              <a:spcAft>
                <a:spcPts val="600"/>
              </a:spcAft>
            </a:pPr>
            <a:fld id="{34B7E4EF-A1BD-40F4-AB7B-04F084DD991D}" type="slidenum">
              <a:rPr lang="en-US">
                <a:solidFill>
                  <a:srgbClr val="FFFFFF"/>
                </a:solidFill>
              </a:rPr>
              <a:pPr>
                <a:spcAft>
                  <a:spcPts val="600"/>
                </a:spcAft>
              </a:pPr>
              <a:t>64</a:t>
            </a:fld>
            <a:endParaRPr lang="en-US">
              <a:solidFill>
                <a:srgbClr val="FFFFFF"/>
              </a:solidFill>
            </a:endParaRPr>
          </a:p>
        </p:txBody>
      </p:sp>
      <p:pic>
        <p:nvPicPr>
          <p:cNvPr id="6" name="Picture 5" descr="A blue background with white text&#10;&#10;Description automatically generated">
            <a:extLst>
              <a:ext uri="{FF2B5EF4-FFF2-40B4-BE49-F238E27FC236}">
                <a16:creationId xmlns:a16="http://schemas.microsoft.com/office/drawing/2014/main" id="{6E28C46F-B93F-C5BC-ADC8-E5DBC3967F31}"/>
              </a:ext>
            </a:extLst>
          </p:cNvPr>
          <p:cNvPicPr>
            <a:picLocks noChangeAspect="1"/>
          </p:cNvPicPr>
          <p:nvPr/>
        </p:nvPicPr>
        <p:blipFill>
          <a:blip r:embed="rId2"/>
          <a:stretch>
            <a:fillRect/>
          </a:stretch>
        </p:blipFill>
        <p:spPr>
          <a:xfrm>
            <a:off x="1404037" y="951493"/>
            <a:ext cx="9405864" cy="2975493"/>
          </a:xfrm>
          <a:prstGeom prst="rect">
            <a:avLst/>
          </a:prstGeom>
        </p:spPr>
      </p:pic>
    </p:spTree>
    <p:extLst>
      <p:ext uri="{BB962C8B-B14F-4D97-AF65-F5344CB8AC3E}">
        <p14:creationId xmlns:p14="http://schemas.microsoft.com/office/powerpoint/2010/main" val="19081295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A0CE8C-AD7B-BD6D-71BC-4E20244D766B}"/>
              </a:ext>
            </a:extLst>
          </p:cNvPr>
          <p:cNvSpPr>
            <a:spLocks noGrp="1"/>
          </p:cNvSpPr>
          <p:nvPr>
            <p:ph type="title"/>
          </p:nvPr>
        </p:nvSpPr>
        <p:spPr>
          <a:xfrm>
            <a:off x="914401" y="1260475"/>
            <a:ext cx="9753599" cy="4149724"/>
          </a:xfrm>
        </p:spPr>
        <p:txBody>
          <a:bodyPr vert="horz" lIns="91440" tIns="45720" rIns="91440" bIns="45720" rtlCol="0" anchor="ctr">
            <a:normAutofit/>
          </a:bodyPr>
          <a:lstStyle/>
          <a:p>
            <a:pPr algn="ctr"/>
            <a:r>
              <a:rPr lang="en-US" sz="6600" b="1" dirty="0"/>
              <a:t>Evaluation Metrics</a:t>
            </a:r>
          </a:p>
        </p:txBody>
      </p:sp>
      <p:sp>
        <p:nvSpPr>
          <p:cNvPr id="4" name="Slide Number Placeholder 3">
            <a:extLst>
              <a:ext uri="{FF2B5EF4-FFF2-40B4-BE49-F238E27FC236}">
                <a16:creationId xmlns:a16="http://schemas.microsoft.com/office/drawing/2014/main" id="{D8E4BADF-92B6-21F1-E0C1-23B1427B3AAC}"/>
              </a:ext>
            </a:extLst>
          </p:cNvPr>
          <p:cNvSpPr>
            <a:spLocks noGrp="1"/>
          </p:cNvSpPr>
          <p:nvPr>
            <p:ph type="sldNum" sz="quarter" idx="12"/>
          </p:nvPr>
        </p:nvSpPr>
        <p:spPr>
          <a:xfrm>
            <a:off x="9896911" y="5410199"/>
            <a:ext cx="771089" cy="365125"/>
          </a:xfrm>
        </p:spPr>
        <p:txBody>
          <a:bodyPr vert="horz" lIns="91440" tIns="45720" rIns="91440" bIns="45720" rtlCol="0" anchor="ctr">
            <a:normAutofit/>
          </a:bodyPr>
          <a:lstStyle/>
          <a:p>
            <a:pPr defTabSz="457200">
              <a:spcAft>
                <a:spcPts val="600"/>
              </a:spcAft>
            </a:pPr>
            <a:fld id="{34B7E4EF-A1BD-40F4-AB7B-04F084DD991D}" type="slidenum">
              <a:rPr lang="en-US" kern="1200" dirty="0">
                <a:solidFill>
                  <a:schemeClr val="tx1">
                    <a:tint val="75000"/>
                  </a:schemeClr>
                </a:solidFill>
                <a:latin typeface="+mn-lt"/>
                <a:ea typeface="+mn-ea"/>
                <a:cs typeface="+mn-cs"/>
              </a:rPr>
              <a:pPr defTabSz="457200">
                <a:spcAft>
                  <a:spcPts val="600"/>
                </a:spcAft>
              </a:pPr>
              <a:t>65</a:t>
            </a:fld>
            <a:endParaRPr lang="en-US" kern="1200" dirty="0">
              <a:solidFill>
                <a:schemeClr val="tx1">
                  <a:tint val="75000"/>
                </a:schemeClr>
              </a:solidFill>
              <a:latin typeface="+mn-lt"/>
              <a:ea typeface="+mn-ea"/>
              <a:cs typeface="+mn-cs"/>
            </a:endParaRPr>
          </a:p>
        </p:txBody>
      </p:sp>
    </p:spTree>
    <p:extLst>
      <p:ext uri="{BB962C8B-B14F-4D97-AF65-F5344CB8AC3E}">
        <p14:creationId xmlns:p14="http://schemas.microsoft.com/office/powerpoint/2010/main" val="81361082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AF85B0-6119-E13A-3677-7A4C2CDDE0B8}"/>
              </a:ext>
            </a:extLst>
          </p:cNvPr>
          <p:cNvSpPr>
            <a:spLocks noGrp="1"/>
          </p:cNvSpPr>
          <p:nvPr>
            <p:ph type="title"/>
          </p:nvPr>
        </p:nvSpPr>
        <p:spPr>
          <a:xfrm>
            <a:off x="1141413" y="1082673"/>
            <a:ext cx="2869416" cy="4708528"/>
          </a:xfrm>
        </p:spPr>
        <p:txBody>
          <a:bodyPr vert="horz" lIns="91440" tIns="45720" rIns="91440" bIns="45720" rtlCol="0" anchor="ctr">
            <a:normAutofit/>
          </a:bodyPr>
          <a:lstStyle/>
          <a:p>
            <a:r>
              <a:rPr lang="en-US" sz="4000" b="1" dirty="0"/>
              <a:t>Evaluation Metrics</a:t>
            </a:r>
          </a:p>
        </p:txBody>
      </p:sp>
      <p:sp>
        <p:nvSpPr>
          <p:cNvPr id="4" name="Slide Number Placeholder 3">
            <a:extLst>
              <a:ext uri="{FF2B5EF4-FFF2-40B4-BE49-F238E27FC236}">
                <a16:creationId xmlns:a16="http://schemas.microsoft.com/office/drawing/2014/main" id="{17863FF5-04AB-47B1-2C64-43B7DD17E46D}"/>
              </a:ext>
            </a:extLst>
          </p:cNvPr>
          <p:cNvSpPr>
            <a:spLocks noGrp="1"/>
          </p:cNvSpPr>
          <p:nvPr>
            <p:ph type="sldNum" sz="quarter" idx="12"/>
          </p:nvPr>
        </p:nvSpPr>
        <p:spPr>
          <a:xfrm>
            <a:off x="10276321" y="5883274"/>
            <a:ext cx="771089" cy="365125"/>
          </a:xfrm>
        </p:spPr>
        <p:txBody>
          <a:bodyPr vert="horz" lIns="91440" tIns="45720" rIns="91440" bIns="45720" rtlCol="0" anchor="ctr">
            <a:normAutofit/>
          </a:bodyPr>
          <a:lstStyle/>
          <a:p>
            <a:pPr defTabSz="457200">
              <a:spcAft>
                <a:spcPts val="600"/>
              </a:spcAft>
            </a:pPr>
            <a:fld id="{34B7E4EF-A1BD-40F4-AB7B-04F084DD991D}" type="slidenum">
              <a:rPr lang="en-US" kern="1200" dirty="0">
                <a:solidFill>
                  <a:schemeClr val="tx1">
                    <a:tint val="75000"/>
                  </a:schemeClr>
                </a:solidFill>
                <a:latin typeface="+mn-lt"/>
                <a:ea typeface="+mn-ea"/>
                <a:cs typeface="+mn-cs"/>
              </a:rPr>
              <a:pPr defTabSz="457200">
                <a:spcAft>
                  <a:spcPts val="600"/>
                </a:spcAft>
              </a:pPr>
              <a:t>66</a:t>
            </a:fld>
            <a:endParaRPr lang="en-US" kern="1200" dirty="0">
              <a:solidFill>
                <a:schemeClr val="tx1">
                  <a:tint val="75000"/>
                </a:schemeClr>
              </a:solidFill>
              <a:latin typeface="+mn-lt"/>
              <a:ea typeface="+mn-ea"/>
              <a:cs typeface="+mn-cs"/>
            </a:endParaRPr>
          </a:p>
        </p:txBody>
      </p:sp>
      <p:sp>
        <p:nvSpPr>
          <p:cNvPr id="5" name="Rectangle 4">
            <a:extLst>
              <a:ext uri="{FF2B5EF4-FFF2-40B4-BE49-F238E27FC236}">
                <a16:creationId xmlns:a16="http://schemas.microsoft.com/office/drawing/2014/main" id="{113F1597-6E51-9A99-A2A6-E7C8FB137F89}"/>
              </a:ext>
            </a:extLst>
          </p:cNvPr>
          <p:cNvSpPr/>
          <p:nvPr/>
        </p:nvSpPr>
        <p:spPr>
          <a:xfrm>
            <a:off x="5297763" y="1082673"/>
            <a:ext cx="5751237" cy="4708528"/>
          </a:xfrm>
          <a:prstGeom prst="rect">
            <a:avLst/>
          </a:prstGeom>
        </p:spPr>
        <p:txBody>
          <a:bodyPr vert="horz" lIns="91440" tIns="45720" rIns="91440" bIns="45720" rtlCol="0" anchor="ctr">
            <a:normAutofit/>
          </a:bodyPr>
          <a:lstStyle/>
          <a:p>
            <a:pPr algn="ctr">
              <a:lnSpc>
                <a:spcPct val="120000"/>
              </a:lnSpc>
              <a:spcAft>
                <a:spcPts val="600"/>
              </a:spcAft>
              <a:buSzPct val="125000"/>
            </a:pPr>
            <a:r>
              <a:rPr lang="en-US" sz="3600" b="1" cap="none" spc="0" dirty="0">
                <a:ln w="13462">
                  <a:solidFill>
                    <a:schemeClr val="bg1"/>
                  </a:solidFill>
                  <a:prstDash val="solid"/>
                </a:ln>
                <a:effectLst>
                  <a:outerShdw dist="38100" dir="2700000" algn="bl" rotWithShape="0">
                    <a:schemeClr val="accent5"/>
                  </a:outerShdw>
                </a:effectLst>
              </a:rPr>
              <a:t>Each Machine Learning Problem has it is own Evaluation Metrics</a:t>
            </a:r>
          </a:p>
        </p:txBody>
      </p:sp>
    </p:spTree>
    <p:extLst>
      <p:ext uri="{BB962C8B-B14F-4D97-AF65-F5344CB8AC3E}">
        <p14:creationId xmlns:p14="http://schemas.microsoft.com/office/powerpoint/2010/main" val="60707792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69B458-5A1D-7B2F-B277-24BE0E3D1D86}"/>
              </a:ext>
            </a:extLst>
          </p:cNvPr>
          <p:cNvSpPr>
            <a:spLocks noGrp="1"/>
          </p:cNvSpPr>
          <p:nvPr>
            <p:ph type="title"/>
          </p:nvPr>
        </p:nvSpPr>
        <p:spPr/>
        <p:txBody>
          <a:bodyPr/>
          <a:lstStyle/>
          <a:p>
            <a:r>
              <a:rPr lang="en-US" dirty="0"/>
              <a:t>Classification Evaluation Metrics</a:t>
            </a:r>
          </a:p>
        </p:txBody>
      </p:sp>
      <p:sp>
        <p:nvSpPr>
          <p:cNvPr id="4" name="Slide Number Placeholder 3">
            <a:extLst>
              <a:ext uri="{FF2B5EF4-FFF2-40B4-BE49-F238E27FC236}">
                <a16:creationId xmlns:a16="http://schemas.microsoft.com/office/drawing/2014/main" id="{3789C860-8B63-5853-B1CF-FB8BDCD89CE0}"/>
              </a:ext>
            </a:extLst>
          </p:cNvPr>
          <p:cNvSpPr>
            <a:spLocks noGrp="1"/>
          </p:cNvSpPr>
          <p:nvPr>
            <p:ph type="sldNum" sz="quarter" idx="12"/>
          </p:nvPr>
        </p:nvSpPr>
        <p:spPr/>
        <p:txBody>
          <a:bodyPr/>
          <a:lstStyle/>
          <a:p>
            <a:fld id="{34B7E4EF-A1BD-40F4-AB7B-04F084DD991D}" type="slidenum">
              <a:rPr lang="en-US" smtClean="0"/>
              <a:t>67</a:t>
            </a:fld>
            <a:endParaRPr lang="en-US"/>
          </a:p>
        </p:txBody>
      </p:sp>
      <p:sp>
        <p:nvSpPr>
          <p:cNvPr id="6" name="TextBox 5">
            <a:extLst>
              <a:ext uri="{FF2B5EF4-FFF2-40B4-BE49-F238E27FC236}">
                <a16:creationId xmlns:a16="http://schemas.microsoft.com/office/drawing/2014/main" id="{E16BBCC5-CC38-3AC4-5CED-C14F6762F710}"/>
              </a:ext>
            </a:extLst>
          </p:cNvPr>
          <p:cNvSpPr txBox="1"/>
          <p:nvPr/>
        </p:nvSpPr>
        <p:spPr>
          <a:xfrm>
            <a:off x="1141412" y="2097088"/>
            <a:ext cx="9905997" cy="707886"/>
          </a:xfrm>
          <a:prstGeom prst="rect">
            <a:avLst/>
          </a:prstGeom>
          <a:noFill/>
        </p:spPr>
        <p:txBody>
          <a:bodyPr wrap="square">
            <a:spAutoFit/>
          </a:bodyPr>
          <a:lstStyle/>
          <a:p>
            <a:pPr marL="285750" indent="-285750" algn="just">
              <a:buFont typeface="Arial" panose="020B0604020202020204" pitchFamily="34" charset="0"/>
              <a:buChar char="•"/>
            </a:pPr>
            <a:r>
              <a:rPr lang="en-US"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Evaluation metrics </a:t>
            </a:r>
            <a:r>
              <a:rPr lang="en-US" sz="20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for classification are used to assess the performance of a classification model by comparing its predictions to the actual class labels in a dataset.</a:t>
            </a:r>
          </a:p>
        </p:txBody>
      </p:sp>
      <p:sp>
        <p:nvSpPr>
          <p:cNvPr id="8" name="TextBox 7">
            <a:extLst>
              <a:ext uri="{FF2B5EF4-FFF2-40B4-BE49-F238E27FC236}">
                <a16:creationId xmlns:a16="http://schemas.microsoft.com/office/drawing/2014/main" id="{8993532D-310D-74E4-580B-61D85D286D77}"/>
              </a:ext>
            </a:extLst>
          </p:cNvPr>
          <p:cNvSpPr txBox="1"/>
          <p:nvPr/>
        </p:nvSpPr>
        <p:spPr>
          <a:xfrm>
            <a:off x="1141411" y="3429000"/>
            <a:ext cx="9905997" cy="707886"/>
          </a:xfrm>
          <a:prstGeom prst="rect">
            <a:avLst/>
          </a:prstGeom>
          <a:noFill/>
        </p:spPr>
        <p:txBody>
          <a:bodyPr wrap="square">
            <a:spAutoFit/>
          </a:bodyPr>
          <a:lstStyle/>
          <a:p>
            <a:pPr marL="285750" indent="-285750" algn="just">
              <a:buFont typeface="Arial" panose="020B0604020202020204" pitchFamily="34" charset="0"/>
              <a:buChar char="•"/>
            </a:pPr>
            <a:r>
              <a:rPr lang="en-US" sz="20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These metrics help quantify how well the model is performing and provide insights into its strengths and weaknesses.</a:t>
            </a:r>
          </a:p>
        </p:txBody>
      </p:sp>
      <p:graphicFrame>
        <p:nvGraphicFramePr>
          <p:cNvPr id="9" name="Table 9">
            <a:extLst>
              <a:ext uri="{FF2B5EF4-FFF2-40B4-BE49-F238E27FC236}">
                <a16:creationId xmlns:a16="http://schemas.microsoft.com/office/drawing/2014/main" id="{FDB55424-4675-90CA-6749-B94A031B5437}"/>
              </a:ext>
            </a:extLst>
          </p:cNvPr>
          <p:cNvGraphicFramePr>
            <a:graphicFrameLocks noGrp="1"/>
          </p:cNvGraphicFramePr>
          <p:nvPr/>
        </p:nvGraphicFramePr>
        <p:xfrm>
          <a:off x="1715447" y="4633382"/>
          <a:ext cx="8757924" cy="753396"/>
        </p:xfrm>
        <a:graphic>
          <a:graphicData uri="http://schemas.openxmlformats.org/drawingml/2006/table">
            <a:tbl>
              <a:tblPr firstRow="1" bandRow="1">
                <a:tableStyleId>{7DF18680-E054-41AD-8BC1-D1AEF772440D}</a:tableStyleId>
              </a:tblPr>
              <a:tblGrid>
                <a:gridCol w="1459654">
                  <a:extLst>
                    <a:ext uri="{9D8B030D-6E8A-4147-A177-3AD203B41FA5}">
                      <a16:colId xmlns:a16="http://schemas.microsoft.com/office/drawing/2014/main" val="3140169171"/>
                    </a:ext>
                  </a:extLst>
                </a:gridCol>
                <a:gridCol w="1459654">
                  <a:extLst>
                    <a:ext uri="{9D8B030D-6E8A-4147-A177-3AD203B41FA5}">
                      <a16:colId xmlns:a16="http://schemas.microsoft.com/office/drawing/2014/main" val="2023211768"/>
                    </a:ext>
                  </a:extLst>
                </a:gridCol>
                <a:gridCol w="1459654">
                  <a:extLst>
                    <a:ext uri="{9D8B030D-6E8A-4147-A177-3AD203B41FA5}">
                      <a16:colId xmlns:a16="http://schemas.microsoft.com/office/drawing/2014/main" val="3372180365"/>
                    </a:ext>
                  </a:extLst>
                </a:gridCol>
                <a:gridCol w="1459654">
                  <a:extLst>
                    <a:ext uri="{9D8B030D-6E8A-4147-A177-3AD203B41FA5}">
                      <a16:colId xmlns:a16="http://schemas.microsoft.com/office/drawing/2014/main" val="2813253343"/>
                    </a:ext>
                  </a:extLst>
                </a:gridCol>
                <a:gridCol w="1459654">
                  <a:extLst>
                    <a:ext uri="{9D8B030D-6E8A-4147-A177-3AD203B41FA5}">
                      <a16:colId xmlns:a16="http://schemas.microsoft.com/office/drawing/2014/main" val="1581000891"/>
                    </a:ext>
                  </a:extLst>
                </a:gridCol>
                <a:gridCol w="1459654">
                  <a:extLst>
                    <a:ext uri="{9D8B030D-6E8A-4147-A177-3AD203B41FA5}">
                      <a16:colId xmlns:a16="http://schemas.microsoft.com/office/drawing/2014/main" val="1154447965"/>
                    </a:ext>
                  </a:extLst>
                </a:gridCol>
              </a:tblGrid>
              <a:tr h="753396">
                <a:tc>
                  <a:txBody>
                    <a:bodyPr/>
                    <a:lstStyle/>
                    <a:p>
                      <a:pPr algn="ctr"/>
                      <a:r>
                        <a:rPr lang="en-US" b="1" dirty="0"/>
                        <a:t>Accuracy</a:t>
                      </a:r>
                    </a:p>
                  </a:txBody>
                  <a:tcPr anchor="ctr"/>
                </a:tc>
                <a:tc>
                  <a:txBody>
                    <a:bodyPr/>
                    <a:lstStyle/>
                    <a:p>
                      <a:pPr algn="ctr"/>
                      <a:r>
                        <a:rPr lang="en-US" b="1" dirty="0"/>
                        <a:t>Precision</a:t>
                      </a:r>
                    </a:p>
                  </a:txBody>
                  <a:tcPr anchor="ctr"/>
                </a:tc>
                <a:tc>
                  <a:txBody>
                    <a:bodyPr/>
                    <a:lstStyle/>
                    <a:p>
                      <a:pPr algn="ctr"/>
                      <a:r>
                        <a:rPr lang="en-US" b="1" dirty="0"/>
                        <a:t>Recall</a:t>
                      </a:r>
                    </a:p>
                  </a:txBody>
                  <a:tcPr anchor="ctr"/>
                </a:tc>
                <a:tc>
                  <a:txBody>
                    <a:bodyPr/>
                    <a:lstStyle/>
                    <a:p>
                      <a:pPr algn="ctr"/>
                      <a:r>
                        <a:rPr lang="en-US" b="1" dirty="0"/>
                        <a:t>F1-Score</a:t>
                      </a:r>
                    </a:p>
                  </a:txBody>
                  <a:tcPr anchor="ctr"/>
                </a:tc>
                <a:tc>
                  <a:txBody>
                    <a:bodyPr/>
                    <a:lstStyle/>
                    <a:p>
                      <a:pPr algn="ctr"/>
                      <a:r>
                        <a:rPr lang="en-US" b="1" dirty="0"/>
                        <a:t>ROC</a:t>
                      </a:r>
                    </a:p>
                  </a:txBody>
                  <a:tcPr anchor="ctr"/>
                </a:tc>
                <a:tc>
                  <a:txBody>
                    <a:bodyPr/>
                    <a:lstStyle/>
                    <a:p>
                      <a:pPr algn="ctr"/>
                      <a:r>
                        <a:rPr lang="en-US" b="1" dirty="0"/>
                        <a:t>AUC</a:t>
                      </a:r>
                    </a:p>
                  </a:txBody>
                  <a:tcPr anchor="ctr"/>
                </a:tc>
                <a:extLst>
                  <a:ext uri="{0D108BD9-81ED-4DB2-BD59-A6C34878D82A}">
                    <a16:rowId xmlns:a16="http://schemas.microsoft.com/office/drawing/2014/main" val="228475804"/>
                  </a:ext>
                </a:extLst>
              </a:tr>
            </a:tbl>
          </a:graphicData>
        </a:graphic>
      </p:graphicFrame>
    </p:spTree>
    <p:extLst>
      <p:ext uri="{BB962C8B-B14F-4D97-AF65-F5344CB8AC3E}">
        <p14:creationId xmlns:p14="http://schemas.microsoft.com/office/powerpoint/2010/main" val="208813860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8D413E-3930-0E02-1ECA-BC8EBE9A173C}"/>
              </a:ext>
            </a:extLst>
          </p:cNvPr>
          <p:cNvSpPr>
            <a:spLocks noGrp="1"/>
          </p:cNvSpPr>
          <p:nvPr>
            <p:ph type="title"/>
          </p:nvPr>
        </p:nvSpPr>
        <p:spPr>
          <a:xfrm>
            <a:off x="1617233" y="4539573"/>
            <a:ext cx="8957534" cy="1182838"/>
          </a:xfrm>
        </p:spPr>
        <p:txBody>
          <a:bodyPr vert="horz" lIns="91440" tIns="45720" rIns="91440" bIns="45720" rtlCol="0" anchor="b">
            <a:normAutofit/>
          </a:bodyPr>
          <a:lstStyle/>
          <a:p>
            <a:pPr algn="ctr"/>
            <a:r>
              <a:rPr lang="en-US" sz="4800">
                <a:solidFill>
                  <a:srgbClr val="FFFFFF"/>
                </a:solidFill>
              </a:rPr>
              <a:t>Accuracy</a:t>
            </a:r>
          </a:p>
        </p:txBody>
      </p:sp>
      <p:sp>
        <p:nvSpPr>
          <p:cNvPr id="4" name="Slide Number Placeholder 3">
            <a:extLst>
              <a:ext uri="{FF2B5EF4-FFF2-40B4-BE49-F238E27FC236}">
                <a16:creationId xmlns:a16="http://schemas.microsoft.com/office/drawing/2014/main" id="{3EB43181-E530-04D2-4154-1A47C6BDD15D}"/>
              </a:ext>
            </a:extLst>
          </p:cNvPr>
          <p:cNvSpPr>
            <a:spLocks noGrp="1"/>
          </p:cNvSpPr>
          <p:nvPr>
            <p:ph type="sldNum" sz="quarter" idx="12"/>
          </p:nvPr>
        </p:nvSpPr>
        <p:spPr>
          <a:xfrm>
            <a:off x="9896911" y="6309360"/>
            <a:ext cx="771089" cy="365125"/>
          </a:xfrm>
        </p:spPr>
        <p:txBody>
          <a:bodyPr vert="horz" lIns="91440" tIns="45720" rIns="91440" bIns="45720" rtlCol="0" anchor="ctr">
            <a:normAutofit/>
          </a:bodyPr>
          <a:lstStyle/>
          <a:p>
            <a:pPr>
              <a:spcAft>
                <a:spcPts val="600"/>
              </a:spcAft>
            </a:pPr>
            <a:fld id="{34B7E4EF-A1BD-40F4-AB7B-04F084DD991D}" type="slidenum">
              <a:rPr lang="en-US">
                <a:solidFill>
                  <a:srgbClr val="FFFFFF"/>
                </a:solidFill>
              </a:rPr>
              <a:pPr>
                <a:spcAft>
                  <a:spcPts val="600"/>
                </a:spcAft>
              </a:pPr>
              <a:t>68</a:t>
            </a:fld>
            <a:endParaRPr lang="en-US">
              <a:solidFill>
                <a:srgbClr val="FFFFFF"/>
              </a:solidFill>
            </a:endParaRPr>
          </a:p>
        </p:txBody>
      </p:sp>
      <p:pic>
        <p:nvPicPr>
          <p:cNvPr id="6" name="Picture 5" descr="A blue background with white text&#10;&#10;Description automatically generated">
            <a:extLst>
              <a:ext uri="{FF2B5EF4-FFF2-40B4-BE49-F238E27FC236}">
                <a16:creationId xmlns:a16="http://schemas.microsoft.com/office/drawing/2014/main" id="{51ACE611-CEAA-319A-6CAC-268E633B79A9}"/>
              </a:ext>
            </a:extLst>
          </p:cNvPr>
          <p:cNvPicPr>
            <a:picLocks noChangeAspect="1"/>
          </p:cNvPicPr>
          <p:nvPr/>
        </p:nvPicPr>
        <p:blipFill>
          <a:blip r:embed="rId2"/>
          <a:stretch>
            <a:fillRect/>
          </a:stretch>
        </p:blipFill>
        <p:spPr>
          <a:xfrm>
            <a:off x="973635" y="1523854"/>
            <a:ext cx="10266669" cy="1830770"/>
          </a:xfrm>
          <a:prstGeom prst="rect">
            <a:avLst/>
          </a:prstGeom>
        </p:spPr>
      </p:pic>
    </p:spTree>
    <p:extLst>
      <p:ext uri="{BB962C8B-B14F-4D97-AF65-F5344CB8AC3E}">
        <p14:creationId xmlns:p14="http://schemas.microsoft.com/office/powerpoint/2010/main" val="59682523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1EBCF1-5CD0-DBD7-72AD-E64386978A34}"/>
              </a:ext>
            </a:extLst>
          </p:cNvPr>
          <p:cNvSpPr>
            <a:spLocks noGrp="1"/>
          </p:cNvSpPr>
          <p:nvPr>
            <p:ph type="title"/>
          </p:nvPr>
        </p:nvSpPr>
        <p:spPr>
          <a:xfrm>
            <a:off x="915874" y="4586078"/>
            <a:ext cx="10360253" cy="1297098"/>
          </a:xfrm>
        </p:spPr>
        <p:txBody>
          <a:bodyPr>
            <a:normAutofit/>
          </a:bodyPr>
          <a:lstStyle/>
          <a:p>
            <a:pPr algn="ctr"/>
            <a:r>
              <a:rPr lang="en-US" sz="4000" dirty="0">
                <a:solidFill>
                  <a:srgbClr val="FFFFFF"/>
                </a:solidFill>
              </a:rPr>
              <a:t>Confusion Matrix</a:t>
            </a:r>
          </a:p>
        </p:txBody>
      </p:sp>
      <p:sp>
        <p:nvSpPr>
          <p:cNvPr id="4" name="Slide Number Placeholder 3">
            <a:extLst>
              <a:ext uri="{FF2B5EF4-FFF2-40B4-BE49-F238E27FC236}">
                <a16:creationId xmlns:a16="http://schemas.microsoft.com/office/drawing/2014/main" id="{6FD363B2-99C9-E1F8-4A9A-570997EDBD71}"/>
              </a:ext>
            </a:extLst>
          </p:cNvPr>
          <p:cNvSpPr>
            <a:spLocks noGrp="1"/>
          </p:cNvSpPr>
          <p:nvPr>
            <p:ph type="sldNum" sz="quarter" idx="12"/>
          </p:nvPr>
        </p:nvSpPr>
        <p:spPr>
          <a:xfrm>
            <a:off x="10421916" y="5890896"/>
            <a:ext cx="603292" cy="285670"/>
          </a:xfrm>
        </p:spPr>
        <p:txBody>
          <a:bodyPr/>
          <a:lstStyle/>
          <a:p>
            <a:pPr defTabSz="713232">
              <a:spcAft>
                <a:spcPts val="600"/>
              </a:spcAft>
            </a:pPr>
            <a:fld id="{34B7E4EF-A1BD-40F4-AB7B-04F084DD991D}" type="slidenum">
              <a:rPr lang="en-US" sz="819" kern="1200">
                <a:solidFill>
                  <a:schemeClr val="tx1">
                    <a:tint val="75000"/>
                  </a:schemeClr>
                </a:solidFill>
                <a:latin typeface="+mn-lt"/>
                <a:ea typeface="+mn-ea"/>
                <a:cs typeface="+mn-cs"/>
              </a:rPr>
              <a:pPr defTabSz="713232">
                <a:spcAft>
                  <a:spcPts val="600"/>
                </a:spcAft>
              </a:pPr>
              <a:t>69</a:t>
            </a:fld>
            <a:endParaRPr lang="en-US"/>
          </a:p>
        </p:txBody>
      </p:sp>
      <p:pic>
        <p:nvPicPr>
          <p:cNvPr id="6" name="Picture 5" descr="A blue background with white text&#10;&#10;Description automatically generated">
            <a:extLst>
              <a:ext uri="{FF2B5EF4-FFF2-40B4-BE49-F238E27FC236}">
                <a16:creationId xmlns:a16="http://schemas.microsoft.com/office/drawing/2014/main" id="{C792C462-C2F5-5EE3-D1BC-20A6C7A446C9}"/>
              </a:ext>
            </a:extLst>
          </p:cNvPr>
          <p:cNvPicPr>
            <a:picLocks noChangeAspect="1"/>
          </p:cNvPicPr>
          <p:nvPr/>
        </p:nvPicPr>
        <p:blipFill>
          <a:blip r:embed="rId2"/>
          <a:stretch>
            <a:fillRect/>
          </a:stretch>
        </p:blipFill>
        <p:spPr>
          <a:xfrm>
            <a:off x="967772" y="1461539"/>
            <a:ext cx="10247842" cy="1544638"/>
          </a:xfrm>
          <a:prstGeom prst="rect">
            <a:avLst/>
          </a:prstGeom>
        </p:spPr>
      </p:pic>
    </p:spTree>
    <p:extLst>
      <p:ext uri="{BB962C8B-B14F-4D97-AF65-F5344CB8AC3E}">
        <p14:creationId xmlns:p14="http://schemas.microsoft.com/office/powerpoint/2010/main" val="5933452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diagram of values&#10;&#10;Description automatically generated">
            <a:extLst>
              <a:ext uri="{FF2B5EF4-FFF2-40B4-BE49-F238E27FC236}">
                <a16:creationId xmlns:a16="http://schemas.microsoft.com/office/drawing/2014/main" id="{CA87C04D-F5F1-40C0-8076-C6095546DA8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81956" y="643467"/>
            <a:ext cx="7428088" cy="5571066"/>
          </a:xfrm>
          <a:prstGeom prst="rect">
            <a:avLst/>
          </a:prstGeom>
        </p:spPr>
      </p:pic>
      <p:sp>
        <p:nvSpPr>
          <p:cNvPr id="4" name="Slide Number Placeholder 3">
            <a:extLst>
              <a:ext uri="{FF2B5EF4-FFF2-40B4-BE49-F238E27FC236}">
                <a16:creationId xmlns:a16="http://schemas.microsoft.com/office/drawing/2014/main" id="{CB9BD62F-5F74-7812-5BD7-3F6E862E4D35}"/>
              </a:ext>
            </a:extLst>
          </p:cNvPr>
          <p:cNvSpPr>
            <a:spLocks noGrp="1"/>
          </p:cNvSpPr>
          <p:nvPr>
            <p:ph type="sldNum" sz="quarter" idx="12"/>
          </p:nvPr>
        </p:nvSpPr>
        <p:spPr>
          <a:xfrm>
            <a:off x="10276321" y="6307818"/>
            <a:ext cx="771089" cy="365125"/>
          </a:xfrm>
        </p:spPr>
        <p:txBody>
          <a:bodyPr vert="horz" lIns="91440" tIns="45720" rIns="91440" bIns="45720" rtlCol="0" anchor="ctr">
            <a:normAutofit/>
          </a:bodyPr>
          <a:lstStyle/>
          <a:p>
            <a:pPr defTabSz="457200">
              <a:spcAft>
                <a:spcPts val="600"/>
              </a:spcAft>
            </a:pPr>
            <a:fld id="{34B7E4EF-A1BD-40F4-AB7B-04F084DD991D}" type="slidenum">
              <a:rPr lang="en-US">
                <a:solidFill>
                  <a:schemeClr val="bg1"/>
                </a:solidFill>
              </a:rPr>
              <a:pPr defTabSz="457200">
                <a:spcAft>
                  <a:spcPts val="600"/>
                </a:spcAft>
              </a:pPr>
              <a:t>70</a:t>
            </a:fld>
            <a:endParaRPr lang="en-US">
              <a:solidFill>
                <a:schemeClr val="bg1"/>
              </a:solidFill>
            </a:endParaRPr>
          </a:p>
        </p:txBody>
      </p:sp>
    </p:spTree>
    <p:extLst>
      <p:ext uri="{BB962C8B-B14F-4D97-AF65-F5344CB8AC3E}">
        <p14:creationId xmlns:p14="http://schemas.microsoft.com/office/powerpoint/2010/main" val="122888159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E2B1F2-42F2-F998-DACA-037012E057ED}"/>
              </a:ext>
            </a:extLst>
          </p:cNvPr>
          <p:cNvSpPr>
            <a:spLocks noGrp="1"/>
          </p:cNvSpPr>
          <p:nvPr>
            <p:ph type="title"/>
          </p:nvPr>
        </p:nvSpPr>
        <p:spPr>
          <a:xfrm>
            <a:off x="1617233" y="4539573"/>
            <a:ext cx="8957534" cy="1182838"/>
          </a:xfrm>
        </p:spPr>
        <p:txBody>
          <a:bodyPr vert="horz" lIns="91440" tIns="45720" rIns="91440" bIns="45720" rtlCol="0" anchor="b">
            <a:normAutofit/>
          </a:bodyPr>
          <a:lstStyle/>
          <a:p>
            <a:pPr algn="ctr"/>
            <a:r>
              <a:rPr lang="en-US" sz="4800" dirty="0">
                <a:solidFill>
                  <a:srgbClr val="FFFFFF"/>
                </a:solidFill>
              </a:rPr>
              <a:t>Precision</a:t>
            </a:r>
          </a:p>
        </p:txBody>
      </p:sp>
      <p:sp>
        <p:nvSpPr>
          <p:cNvPr id="4" name="Slide Number Placeholder 3">
            <a:extLst>
              <a:ext uri="{FF2B5EF4-FFF2-40B4-BE49-F238E27FC236}">
                <a16:creationId xmlns:a16="http://schemas.microsoft.com/office/drawing/2014/main" id="{30C52CED-A0E3-74A4-CD8D-4230E322DE39}"/>
              </a:ext>
            </a:extLst>
          </p:cNvPr>
          <p:cNvSpPr>
            <a:spLocks noGrp="1"/>
          </p:cNvSpPr>
          <p:nvPr>
            <p:ph type="sldNum" sz="quarter" idx="12"/>
          </p:nvPr>
        </p:nvSpPr>
        <p:spPr>
          <a:xfrm>
            <a:off x="9896911" y="6309360"/>
            <a:ext cx="771089" cy="365125"/>
          </a:xfrm>
        </p:spPr>
        <p:txBody>
          <a:bodyPr vert="horz" lIns="91440" tIns="45720" rIns="91440" bIns="45720" rtlCol="0" anchor="ctr">
            <a:normAutofit/>
          </a:bodyPr>
          <a:lstStyle/>
          <a:p>
            <a:pPr>
              <a:spcAft>
                <a:spcPts val="600"/>
              </a:spcAft>
            </a:pPr>
            <a:fld id="{34B7E4EF-A1BD-40F4-AB7B-04F084DD991D}" type="slidenum">
              <a:rPr lang="en-US">
                <a:solidFill>
                  <a:srgbClr val="FFFFFF"/>
                </a:solidFill>
              </a:rPr>
              <a:pPr>
                <a:spcAft>
                  <a:spcPts val="600"/>
                </a:spcAft>
              </a:pPr>
              <a:t>71</a:t>
            </a:fld>
            <a:endParaRPr lang="en-US">
              <a:solidFill>
                <a:srgbClr val="FFFFFF"/>
              </a:solidFill>
            </a:endParaRPr>
          </a:p>
        </p:txBody>
      </p:sp>
      <p:pic>
        <p:nvPicPr>
          <p:cNvPr id="6" name="Picture 5" descr="A screenshot of a computer&#10;&#10;Description automatically generated">
            <a:extLst>
              <a:ext uri="{FF2B5EF4-FFF2-40B4-BE49-F238E27FC236}">
                <a16:creationId xmlns:a16="http://schemas.microsoft.com/office/drawing/2014/main" id="{DA38B7CE-A118-5DD0-1410-A5745AD3680D}"/>
              </a:ext>
            </a:extLst>
          </p:cNvPr>
          <p:cNvPicPr>
            <a:picLocks noChangeAspect="1"/>
          </p:cNvPicPr>
          <p:nvPr/>
        </p:nvPicPr>
        <p:blipFill>
          <a:blip r:embed="rId2"/>
          <a:stretch>
            <a:fillRect/>
          </a:stretch>
        </p:blipFill>
        <p:spPr>
          <a:xfrm>
            <a:off x="973635" y="1553873"/>
            <a:ext cx="10266669" cy="1770732"/>
          </a:xfrm>
          <a:prstGeom prst="rect">
            <a:avLst/>
          </a:prstGeom>
        </p:spPr>
      </p:pic>
      <p:sp>
        <p:nvSpPr>
          <p:cNvPr id="8" name="Rectangle 7">
            <a:extLst>
              <a:ext uri="{FF2B5EF4-FFF2-40B4-BE49-F238E27FC236}">
                <a16:creationId xmlns:a16="http://schemas.microsoft.com/office/drawing/2014/main" id="{465F3470-F96C-09E6-CE4F-8196429F0CEC}"/>
              </a:ext>
            </a:extLst>
          </p:cNvPr>
          <p:cNvSpPr/>
          <p:nvPr/>
        </p:nvSpPr>
        <p:spPr>
          <a:xfrm>
            <a:off x="2242188" y="3240683"/>
            <a:ext cx="8081764" cy="923330"/>
          </a:xfrm>
          <a:prstGeom prst="rect">
            <a:avLst/>
          </a:prstGeom>
          <a:noFill/>
        </p:spPr>
        <p:txBody>
          <a:bodyPr wrap="none" lIns="91440" tIns="45720" rIns="91440" bIns="45720">
            <a:spAutoFit/>
          </a:bodyPr>
          <a:lstStyle/>
          <a:p>
            <a:pPr algn="ctr"/>
            <a:r>
              <a:rPr lang="en-US" sz="54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Used for Medical Diagnosis</a:t>
            </a:r>
          </a:p>
        </p:txBody>
      </p:sp>
    </p:spTree>
    <p:extLst>
      <p:ext uri="{BB962C8B-B14F-4D97-AF65-F5344CB8AC3E}">
        <p14:creationId xmlns:p14="http://schemas.microsoft.com/office/powerpoint/2010/main" val="30460546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4CEDFD-2F29-F6B3-148F-03EF93D826F3}"/>
              </a:ext>
            </a:extLst>
          </p:cNvPr>
          <p:cNvSpPr>
            <a:spLocks noGrp="1"/>
          </p:cNvSpPr>
          <p:nvPr>
            <p:ph type="title"/>
          </p:nvPr>
        </p:nvSpPr>
        <p:spPr>
          <a:xfrm>
            <a:off x="1617233" y="4539573"/>
            <a:ext cx="8957534" cy="1182838"/>
          </a:xfrm>
        </p:spPr>
        <p:txBody>
          <a:bodyPr vert="horz" lIns="91440" tIns="45720" rIns="91440" bIns="45720" rtlCol="0" anchor="b">
            <a:normAutofit/>
          </a:bodyPr>
          <a:lstStyle/>
          <a:p>
            <a:pPr algn="ctr"/>
            <a:r>
              <a:rPr lang="en-US" sz="4800" dirty="0">
                <a:solidFill>
                  <a:srgbClr val="FFFFFF"/>
                </a:solidFill>
              </a:rPr>
              <a:t>Recall</a:t>
            </a:r>
          </a:p>
        </p:txBody>
      </p:sp>
      <p:sp>
        <p:nvSpPr>
          <p:cNvPr id="4" name="Slide Number Placeholder 3">
            <a:extLst>
              <a:ext uri="{FF2B5EF4-FFF2-40B4-BE49-F238E27FC236}">
                <a16:creationId xmlns:a16="http://schemas.microsoft.com/office/drawing/2014/main" id="{9BAC908E-BBED-52A9-CA5C-183BDE34A68B}"/>
              </a:ext>
            </a:extLst>
          </p:cNvPr>
          <p:cNvSpPr>
            <a:spLocks noGrp="1"/>
          </p:cNvSpPr>
          <p:nvPr>
            <p:ph type="sldNum" sz="quarter" idx="12"/>
          </p:nvPr>
        </p:nvSpPr>
        <p:spPr>
          <a:xfrm>
            <a:off x="9896911" y="6309360"/>
            <a:ext cx="771089" cy="365125"/>
          </a:xfrm>
        </p:spPr>
        <p:txBody>
          <a:bodyPr vert="horz" lIns="91440" tIns="45720" rIns="91440" bIns="45720" rtlCol="0" anchor="ctr">
            <a:normAutofit/>
          </a:bodyPr>
          <a:lstStyle/>
          <a:p>
            <a:pPr>
              <a:spcAft>
                <a:spcPts val="600"/>
              </a:spcAft>
            </a:pPr>
            <a:fld id="{34B7E4EF-A1BD-40F4-AB7B-04F084DD991D}" type="slidenum">
              <a:rPr lang="en-US">
                <a:solidFill>
                  <a:srgbClr val="FFFFFF"/>
                </a:solidFill>
              </a:rPr>
              <a:pPr>
                <a:spcAft>
                  <a:spcPts val="600"/>
                </a:spcAft>
              </a:pPr>
              <a:t>72</a:t>
            </a:fld>
            <a:endParaRPr lang="en-US">
              <a:solidFill>
                <a:srgbClr val="FFFFFF"/>
              </a:solidFill>
            </a:endParaRPr>
          </a:p>
        </p:txBody>
      </p:sp>
      <p:pic>
        <p:nvPicPr>
          <p:cNvPr id="8" name="Picture 7" descr="A screenshot of a computer&#10;&#10;Description automatically generated">
            <a:extLst>
              <a:ext uri="{FF2B5EF4-FFF2-40B4-BE49-F238E27FC236}">
                <a16:creationId xmlns:a16="http://schemas.microsoft.com/office/drawing/2014/main" id="{132183CC-A984-B4E0-D3F0-3234713ACECA}"/>
              </a:ext>
            </a:extLst>
          </p:cNvPr>
          <p:cNvPicPr>
            <a:picLocks noChangeAspect="1"/>
          </p:cNvPicPr>
          <p:nvPr/>
        </p:nvPicPr>
        <p:blipFill>
          <a:blip r:embed="rId2"/>
          <a:stretch>
            <a:fillRect/>
          </a:stretch>
        </p:blipFill>
        <p:spPr>
          <a:xfrm>
            <a:off x="973635" y="1541359"/>
            <a:ext cx="10266669" cy="1795761"/>
          </a:xfrm>
          <a:prstGeom prst="rect">
            <a:avLst/>
          </a:prstGeom>
        </p:spPr>
      </p:pic>
      <p:sp>
        <p:nvSpPr>
          <p:cNvPr id="9" name="Rectangle 8">
            <a:extLst>
              <a:ext uri="{FF2B5EF4-FFF2-40B4-BE49-F238E27FC236}">
                <a16:creationId xmlns:a16="http://schemas.microsoft.com/office/drawing/2014/main" id="{2489A254-FAF4-13A7-01FD-DCD4DE8330F3}"/>
              </a:ext>
            </a:extLst>
          </p:cNvPr>
          <p:cNvSpPr/>
          <p:nvPr/>
        </p:nvSpPr>
        <p:spPr>
          <a:xfrm>
            <a:off x="1474196" y="3240683"/>
            <a:ext cx="9617761" cy="923330"/>
          </a:xfrm>
          <a:prstGeom prst="rect">
            <a:avLst/>
          </a:prstGeom>
          <a:noFill/>
        </p:spPr>
        <p:txBody>
          <a:bodyPr wrap="none" lIns="91440" tIns="45720" rIns="91440" bIns="45720">
            <a:spAutoFit/>
          </a:bodyPr>
          <a:lstStyle/>
          <a:p>
            <a:pPr algn="ctr"/>
            <a:r>
              <a:rPr lang="en-US" sz="54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Used for information </a:t>
            </a:r>
            <a:r>
              <a:rPr lang="en-US" sz="5400" b="1" dirty="0" err="1">
                <a:ln w="13462">
                  <a:solidFill>
                    <a:schemeClr val="bg1"/>
                  </a:solidFill>
                  <a:prstDash val="solid"/>
                </a:ln>
                <a:solidFill>
                  <a:schemeClr val="tx1">
                    <a:lumMod val="85000"/>
                    <a:lumOff val="15000"/>
                  </a:schemeClr>
                </a:solidFill>
                <a:effectLst>
                  <a:outerShdw dist="38100" dir="2700000" algn="bl" rotWithShape="0">
                    <a:schemeClr val="accent5"/>
                  </a:outerShdw>
                </a:effectLst>
              </a:rPr>
              <a:t>Retreiving</a:t>
            </a:r>
            <a:endParaRPr lang="en-US" sz="54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endParaRPr>
          </a:p>
        </p:txBody>
      </p:sp>
    </p:spTree>
    <p:extLst>
      <p:ext uri="{BB962C8B-B14F-4D97-AF65-F5344CB8AC3E}">
        <p14:creationId xmlns:p14="http://schemas.microsoft.com/office/powerpoint/2010/main" val="395128297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C7EC64-DCC7-BA69-516B-11DF695328AB}"/>
              </a:ext>
            </a:extLst>
          </p:cNvPr>
          <p:cNvSpPr>
            <a:spLocks noGrp="1"/>
          </p:cNvSpPr>
          <p:nvPr>
            <p:ph type="title"/>
          </p:nvPr>
        </p:nvSpPr>
        <p:spPr>
          <a:xfrm>
            <a:off x="5291668" y="1215496"/>
            <a:ext cx="5367866" cy="2387600"/>
          </a:xfrm>
        </p:spPr>
        <p:txBody>
          <a:bodyPr vert="horz" lIns="91440" tIns="45720" rIns="91440" bIns="45720" rtlCol="0" anchor="b">
            <a:normAutofit/>
          </a:bodyPr>
          <a:lstStyle/>
          <a:p>
            <a:r>
              <a:rPr lang="en-US" sz="4400"/>
              <a:t>Questions</a:t>
            </a:r>
          </a:p>
        </p:txBody>
      </p:sp>
      <p:pic>
        <p:nvPicPr>
          <p:cNvPr id="69" name="Graphic 5" descr="Help">
            <a:extLst>
              <a:ext uri="{FF2B5EF4-FFF2-40B4-BE49-F238E27FC236}">
                <a16:creationId xmlns:a16="http://schemas.microsoft.com/office/drawing/2014/main" id="{F7C49DB2-71C7-42D8-790C-EFD11E09BB4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319503" y="1539186"/>
            <a:ext cx="3525628" cy="3525628"/>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pic>
    </p:spTree>
    <p:extLst>
      <p:ext uri="{BB962C8B-B14F-4D97-AF65-F5344CB8AC3E}">
        <p14:creationId xmlns:p14="http://schemas.microsoft.com/office/powerpoint/2010/main" val="285985864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1792BD-7658-2385-8108-0E3A9F1FF2B0}"/>
              </a:ext>
            </a:extLst>
          </p:cNvPr>
          <p:cNvSpPr>
            <a:spLocks noGrp="1"/>
          </p:cNvSpPr>
          <p:nvPr>
            <p:ph type="title"/>
          </p:nvPr>
        </p:nvSpPr>
        <p:spPr>
          <a:xfrm>
            <a:off x="2667000" y="2328334"/>
            <a:ext cx="6858000" cy="1367896"/>
          </a:xfrm>
        </p:spPr>
        <p:txBody>
          <a:bodyPr vert="horz" lIns="91440" tIns="45720" rIns="91440" bIns="45720" rtlCol="0" anchor="b">
            <a:normAutofit/>
          </a:bodyPr>
          <a:lstStyle/>
          <a:p>
            <a:pPr algn="ctr"/>
            <a:r>
              <a:rPr lang="en-US" sz="4800">
                <a:solidFill>
                  <a:srgbClr val="FFFFFF"/>
                </a:solidFill>
              </a:rPr>
              <a:t>Thank you</a:t>
            </a:r>
          </a:p>
        </p:txBody>
      </p:sp>
    </p:spTree>
    <p:extLst>
      <p:ext uri="{BB962C8B-B14F-4D97-AF65-F5344CB8AC3E}">
        <p14:creationId xmlns:p14="http://schemas.microsoft.com/office/powerpoint/2010/main" val="79823849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TM03457452[[fn=Celestial]]</Template>
  <TotalTime>429</TotalTime>
  <Words>2553</Words>
  <Application>Microsoft Office PowerPoint</Application>
  <PresentationFormat>Widescreen</PresentationFormat>
  <Paragraphs>265</Paragraphs>
  <Slides>74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74</vt:i4>
      </vt:variant>
    </vt:vector>
  </HeadingPairs>
  <TitlesOfParts>
    <vt:vector size="80" baseType="lpstr">
      <vt:lpstr>Arial</vt:lpstr>
      <vt:lpstr>Calibri</vt:lpstr>
      <vt:lpstr>Calibri Light</vt:lpstr>
      <vt:lpstr>Times New Roman</vt:lpstr>
      <vt:lpstr>Wingdings</vt:lpstr>
      <vt:lpstr>Celestial</vt:lpstr>
      <vt:lpstr>Supervised Machine Learning</vt:lpstr>
      <vt:lpstr>PowerPoint Presentation</vt:lpstr>
      <vt:lpstr>What is Machine Learning ?</vt:lpstr>
      <vt:lpstr>Always in Machine Learning</vt:lpstr>
      <vt:lpstr>How Machine Learns ?</vt:lpstr>
      <vt:lpstr>Different types of models</vt:lpstr>
      <vt:lpstr>Abstraction</vt:lpstr>
      <vt:lpstr>Generalization</vt:lpstr>
      <vt:lpstr>Evaluation</vt:lpstr>
      <vt:lpstr>Evaluation (Cont.)</vt:lpstr>
      <vt:lpstr>Underfitting VS.  Overfitting VS. Good Fitting</vt:lpstr>
      <vt:lpstr>Training Dataset</vt:lpstr>
      <vt:lpstr>Validation Dataset</vt:lpstr>
      <vt:lpstr>Test Dataset</vt:lpstr>
      <vt:lpstr>Training VS. Validation VS. Test</vt:lpstr>
      <vt:lpstr>Additional Machine Learning Methods</vt:lpstr>
      <vt:lpstr>Supervised Learning (Classification)</vt:lpstr>
      <vt:lpstr>What is Classification ?</vt:lpstr>
      <vt:lpstr>Types of Classification</vt:lpstr>
      <vt:lpstr>Nearest Neighbor</vt:lpstr>
      <vt:lpstr>Nearest Neighbor</vt:lpstr>
      <vt:lpstr>What is K-Nearest Neighbors (KNN) ?</vt:lpstr>
      <vt:lpstr>Storytelling of GPT</vt:lpstr>
      <vt:lpstr>Storytelling of GPT (Cont.)</vt:lpstr>
      <vt:lpstr>Storytelling of GPT (CONT.)</vt:lpstr>
      <vt:lpstr>How it works ?</vt:lpstr>
      <vt:lpstr>How it works ? (Cont.)</vt:lpstr>
      <vt:lpstr>How it works ? (Cont.)</vt:lpstr>
      <vt:lpstr>Similarity Metrics for KNN</vt:lpstr>
      <vt:lpstr>Euclidean Distance (L2 Norm)</vt:lpstr>
      <vt:lpstr>Manhattan Distance (L1 Norm)</vt:lpstr>
      <vt:lpstr>Chebyshev Distance</vt:lpstr>
      <vt:lpstr>PowerPoint Presentation</vt:lpstr>
      <vt:lpstr>Minkowsky Distance</vt:lpstr>
      <vt:lpstr>Pros &amp; Cons.</vt:lpstr>
      <vt:lpstr>Decision Tree</vt:lpstr>
      <vt:lpstr>A SEQUENCE OF DECISIONS</vt:lpstr>
      <vt:lpstr>PowerPoint Presentation</vt:lpstr>
      <vt:lpstr>PowerPoint Presentation</vt:lpstr>
      <vt:lpstr>Something you may be familiar with (Group of if-elseif statements)</vt:lpstr>
      <vt:lpstr>What is “Decision Tree” ?</vt:lpstr>
      <vt:lpstr>Why Decision Tree ?</vt:lpstr>
      <vt:lpstr>PowerPoint Presentation</vt:lpstr>
      <vt:lpstr>Decision Tree Terminologies</vt:lpstr>
      <vt:lpstr>PowerPoint Presentation</vt:lpstr>
      <vt:lpstr>Some Notes you should Remember !</vt:lpstr>
      <vt:lpstr>Example</vt:lpstr>
      <vt:lpstr>Decision Tree Advantages</vt:lpstr>
      <vt:lpstr>Decision Tree disadvantages</vt:lpstr>
      <vt:lpstr>Support-Vector Machine</vt:lpstr>
      <vt:lpstr>What is Support-Vector Machine ?</vt:lpstr>
      <vt:lpstr>PowerPoint Presentation</vt:lpstr>
      <vt:lpstr>Important Terms</vt:lpstr>
      <vt:lpstr>Types of SVM</vt:lpstr>
      <vt:lpstr>PowerPoint Presentation</vt:lpstr>
      <vt:lpstr>Existence of the Kernels (hyperplane)</vt:lpstr>
      <vt:lpstr>Why “Margin” ?</vt:lpstr>
      <vt:lpstr>Why “Margin” ? (Cont.)</vt:lpstr>
      <vt:lpstr>The learning Process</vt:lpstr>
      <vt:lpstr>PowerPoint Presentation</vt:lpstr>
      <vt:lpstr>Soft VS. Hard Margin</vt:lpstr>
      <vt:lpstr>Good Fitting</vt:lpstr>
      <vt:lpstr>Advantages</vt:lpstr>
      <vt:lpstr>Limitations</vt:lpstr>
      <vt:lpstr>Evaluation Metrics</vt:lpstr>
      <vt:lpstr>Evaluation Metrics</vt:lpstr>
      <vt:lpstr>Classification Evaluation Metrics</vt:lpstr>
      <vt:lpstr>Accuracy</vt:lpstr>
      <vt:lpstr>Confusion Matrix</vt:lpstr>
      <vt:lpstr>PowerPoint Presentation</vt:lpstr>
      <vt:lpstr>Precision</vt:lpstr>
      <vt:lpstr>Recall</vt:lpstr>
      <vt:lpstr>Questions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Supervised Machine Learning</dc:title>
  <dc:creator>Muhammad Khaled Muhammad Muhammad Ali Idris</dc:creator>
  <cp:lastModifiedBy>mk1772@o365.fayoum.edu.eg</cp:lastModifiedBy>
  <cp:revision>7</cp:revision>
  <dcterms:created xsi:type="dcterms:W3CDTF">2023-11-06T18:46:58Z</dcterms:created>
  <dcterms:modified xsi:type="dcterms:W3CDTF">2023-11-12T23:16:26Z</dcterms:modified>
</cp:coreProperties>
</file>