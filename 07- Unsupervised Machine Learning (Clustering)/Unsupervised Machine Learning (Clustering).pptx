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ink/ink1.xml" ContentType="application/inkml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1"/>
  </p:notesMasterIdLst>
  <p:sldIdLst>
    <p:sldId id="403" r:id="rId2"/>
    <p:sldId id="404" r:id="rId3"/>
    <p:sldId id="406" r:id="rId4"/>
    <p:sldId id="264" r:id="rId5"/>
    <p:sldId id="265" r:id="rId6"/>
    <p:sldId id="266" r:id="rId7"/>
    <p:sldId id="267" r:id="rId8"/>
    <p:sldId id="405" r:id="rId9"/>
    <p:sldId id="268" r:id="rId10"/>
    <p:sldId id="269" r:id="rId11"/>
    <p:sldId id="270" r:id="rId12"/>
    <p:sldId id="271" r:id="rId13"/>
    <p:sldId id="273" r:id="rId14"/>
    <p:sldId id="274" r:id="rId15"/>
    <p:sldId id="275" r:id="rId16"/>
    <p:sldId id="276" r:id="rId17"/>
    <p:sldId id="407" r:id="rId18"/>
    <p:sldId id="409" r:id="rId19"/>
    <p:sldId id="408" r:id="rId20"/>
    <p:sldId id="277" r:id="rId21"/>
    <p:sldId id="278" r:id="rId22"/>
    <p:sldId id="281" r:id="rId23"/>
    <p:sldId id="279" r:id="rId24"/>
    <p:sldId id="410" r:id="rId25"/>
    <p:sldId id="411" r:id="rId26"/>
    <p:sldId id="280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2" r:id="rId37"/>
    <p:sldId id="293" r:id="rId38"/>
    <p:sldId id="372" r:id="rId39"/>
    <p:sldId id="373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81" d="100"/>
          <a:sy n="81" d="100"/>
        </p:scale>
        <p:origin x="5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5E04EF-6992-4AEA-9F68-FEABA10CE42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344D4D8-0864-49A4-958E-231766E77CB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Clustering</a:t>
          </a:r>
        </a:p>
      </dgm:t>
    </dgm:pt>
    <dgm:pt modelId="{2E07BA2A-21B7-42EA-93E9-7C780CAB26EB}" type="parTrans" cxnId="{B1D8A230-70ED-49C4-9BD6-99D409BAB97B}">
      <dgm:prSet/>
      <dgm:spPr/>
      <dgm:t>
        <a:bodyPr/>
        <a:lstStyle/>
        <a:p>
          <a:endParaRPr lang="en-US"/>
        </a:p>
      </dgm:t>
    </dgm:pt>
    <dgm:pt modelId="{BF89FF9D-B4BB-48AD-950A-FA9251454A78}" type="sibTrans" cxnId="{B1D8A230-70ED-49C4-9BD6-99D409BAB97B}">
      <dgm:prSet/>
      <dgm:spPr/>
      <dgm:t>
        <a:bodyPr/>
        <a:lstStyle/>
        <a:p>
          <a:endParaRPr lang="en-US"/>
        </a:p>
      </dgm:t>
    </dgm:pt>
    <dgm:pt modelId="{E82EA000-05BA-41D3-B576-4CDF1D9B6A1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Dimensionality Reduction</a:t>
          </a:r>
        </a:p>
      </dgm:t>
    </dgm:pt>
    <dgm:pt modelId="{D318067B-1193-4EA8-9A01-82FAF7097598}" type="parTrans" cxnId="{510AFDE5-F15B-413A-A7A2-3E82329E39B9}">
      <dgm:prSet/>
      <dgm:spPr/>
      <dgm:t>
        <a:bodyPr/>
        <a:lstStyle/>
        <a:p>
          <a:endParaRPr lang="en-US"/>
        </a:p>
      </dgm:t>
    </dgm:pt>
    <dgm:pt modelId="{04B5A079-084D-43F0-9764-C8FA6157653B}" type="sibTrans" cxnId="{510AFDE5-F15B-413A-A7A2-3E82329E39B9}">
      <dgm:prSet/>
      <dgm:spPr/>
      <dgm:t>
        <a:bodyPr/>
        <a:lstStyle/>
        <a:p>
          <a:endParaRPr lang="en-US"/>
        </a:p>
      </dgm:t>
    </dgm:pt>
    <dgm:pt modelId="{083A35F8-E69F-4E46-AD54-9338DB86155D}" type="pres">
      <dgm:prSet presAssocID="{815E04EF-6992-4AEA-9F68-FEABA10CE42C}" presName="root" presStyleCnt="0">
        <dgm:presLayoutVars>
          <dgm:dir/>
          <dgm:resizeHandles val="exact"/>
        </dgm:presLayoutVars>
      </dgm:prSet>
      <dgm:spPr/>
    </dgm:pt>
    <dgm:pt modelId="{BA4A4E3F-F39F-40A4-9176-0370077DB945}" type="pres">
      <dgm:prSet presAssocID="{4344D4D8-0864-49A4-958E-231766E77CB4}" presName="compNode" presStyleCnt="0"/>
      <dgm:spPr/>
    </dgm:pt>
    <dgm:pt modelId="{48532103-0643-4315-8084-77B22582E6BB}" type="pres">
      <dgm:prSet presAssocID="{4344D4D8-0864-49A4-958E-231766E77CB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994861DF-B738-4BD3-AFCE-BE99717D53D9}" type="pres">
      <dgm:prSet presAssocID="{4344D4D8-0864-49A4-958E-231766E77CB4}" presName="iconSpace" presStyleCnt="0"/>
      <dgm:spPr/>
    </dgm:pt>
    <dgm:pt modelId="{106783E9-3104-4FFE-B20D-C56AD7F603F4}" type="pres">
      <dgm:prSet presAssocID="{4344D4D8-0864-49A4-958E-231766E77CB4}" presName="parTx" presStyleLbl="revTx" presStyleIdx="0" presStyleCnt="4" custLinFactNeighborX="-57" custLinFactNeighborY="-9058">
        <dgm:presLayoutVars>
          <dgm:chMax val="0"/>
          <dgm:chPref val="0"/>
        </dgm:presLayoutVars>
      </dgm:prSet>
      <dgm:spPr/>
    </dgm:pt>
    <dgm:pt modelId="{C0F22283-6A9E-4214-97A6-CDADA11F7D6A}" type="pres">
      <dgm:prSet presAssocID="{4344D4D8-0864-49A4-958E-231766E77CB4}" presName="txSpace" presStyleCnt="0"/>
      <dgm:spPr/>
    </dgm:pt>
    <dgm:pt modelId="{388A641F-BC16-41D7-A022-8D53225A6094}" type="pres">
      <dgm:prSet presAssocID="{4344D4D8-0864-49A4-958E-231766E77CB4}" presName="desTx" presStyleLbl="revTx" presStyleIdx="1" presStyleCnt="4">
        <dgm:presLayoutVars/>
      </dgm:prSet>
      <dgm:spPr/>
    </dgm:pt>
    <dgm:pt modelId="{2BA7F4A9-9DCD-4B2B-8307-AE902C9F616C}" type="pres">
      <dgm:prSet presAssocID="{BF89FF9D-B4BB-48AD-950A-FA9251454A78}" presName="sibTrans" presStyleCnt="0"/>
      <dgm:spPr/>
    </dgm:pt>
    <dgm:pt modelId="{7F61E33E-C0FB-443B-92A0-933E996315D8}" type="pres">
      <dgm:prSet presAssocID="{E82EA000-05BA-41D3-B576-4CDF1D9B6A1C}" presName="compNode" presStyleCnt="0"/>
      <dgm:spPr/>
    </dgm:pt>
    <dgm:pt modelId="{C1813024-BD27-4A05-8752-BD13E1FEA770}" type="pres">
      <dgm:prSet presAssocID="{E82EA000-05BA-41D3-B576-4CDF1D9B6A1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DE2E408C-8C7D-45D5-839C-9E3F35D93AE3}" type="pres">
      <dgm:prSet presAssocID="{E82EA000-05BA-41D3-B576-4CDF1D9B6A1C}" presName="iconSpace" presStyleCnt="0"/>
      <dgm:spPr/>
    </dgm:pt>
    <dgm:pt modelId="{7B9EBFF7-5951-4465-96D9-C7D2D401CBA9}" type="pres">
      <dgm:prSet presAssocID="{E82EA000-05BA-41D3-B576-4CDF1D9B6A1C}" presName="parTx" presStyleLbl="revTx" presStyleIdx="2" presStyleCnt="4">
        <dgm:presLayoutVars>
          <dgm:chMax val="0"/>
          <dgm:chPref val="0"/>
        </dgm:presLayoutVars>
      </dgm:prSet>
      <dgm:spPr/>
    </dgm:pt>
    <dgm:pt modelId="{C3FB5672-31C2-415D-974B-E2714F02A990}" type="pres">
      <dgm:prSet presAssocID="{E82EA000-05BA-41D3-B576-4CDF1D9B6A1C}" presName="txSpace" presStyleCnt="0"/>
      <dgm:spPr/>
    </dgm:pt>
    <dgm:pt modelId="{4B4BB5BF-13DD-4462-9EA9-458F3801111B}" type="pres">
      <dgm:prSet presAssocID="{E82EA000-05BA-41D3-B576-4CDF1D9B6A1C}" presName="desTx" presStyleLbl="revTx" presStyleIdx="3" presStyleCnt="4" custScaleX="111915">
        <dgm:presLayoutVars/>
      </dgm:prSet>
      <dgm:spPr/>
    </dgm:pt>
  </dgm:ptLst>
  <dgm:cxnLst>
    <dgm:cxn modelId="{BFDFC512-F4F6-4F82-AD79-EF93E67EA677}" type="presOf" srcId="{4344D4D8-0864-49A4-958E-231766E77CB4}" destId="{106783E9-3104-4FFE-B20D-C56AD7F603F4}" srcOrd="0" destOrd="0" presId="urn:microsoft.com/office/officeart/2018/5/layout/CenteredIconLabelDescriptionList"/>
    <dgm:cxn modelId="{B1D8A230-70ED-49C4-9BD6-99D409BAB97B}" srcId="{815E04EF-6992-4AEA-9F68-FEABA10CE42C}" destId="{4344D4D8-0864-49A4-958E-231766E77CB4}" srcOrd="0" destOrd="0" parTransId="{2E07BA2A-21B7-42EA-93E9-7C780CAB26EB}" sibTransId="{BF89FF9D-B4BB-48AD-950A-FA9251454A78}"/>
    <dgm:cxn modelId="{88C47D36-7518-4C5E-8F9B-F2B8BF42678B}" type="presOf" srcId="{815E04EF-6992-4AEA-9F68-FEABA10CE42C}" destId="{083A35F8-E69F-4E46-AD54-9338DB86155D}" srcOrd="0" destOrd="0" presId="urn:microsoft.com/office/officeart/2018/5/layout/CenteredIconLabelDescriptionList"/>
    <dgm:cxn modelId="{6E1DE63E-1F22-4924-AD6A-61CD1B1D598A}" type="presOf" srcId="{E82EA000-05BA-41D3-B576-4CDF1D9B6A1C}" destId="{7B9EBFF7-5951-4465-96D9-C7D2D401CBA9}" srcOrd="0" destOrd="0" presId="urn:microsoft.com/office/officeart/2018/5/layout/CenteredIconLabelDescriptionList"/>
    <dgm:cxn modelId="{510AFDE5-F15B-413A-A7A2-3E82329E39B9}" srcId="{815E04EF-6992-4AEA-9F68-FEABA10CE42C}" destId="{E82EA000-05BA-41D3-B576-4CDF1D9B6A1C}" srcOrd="1" destOrd="0" parTransId="{D318067B-1193-4EA8-9A01-82FAF7097598}" sibTransId="{04B5A079-084D-43F0-9764-C8FA6157653B}"/>
    <dgm:cxn modelId="{227AC1C9-9088-4D63-866B-1D7D102A895F}" type="presParOf" srcId="{083A35F8-E69F-4E46-AD54-9338DB86155D}" destId="{BA4A4E3F-F39F-40A4-9176-0370077DB945}" srcOrd="0" destOrd="0" presId="urn:microsoft.com/office/officeart/2018/5/layout/CenteredIconLabelDescriptionList"/>
    <dgm:cxn modelId="{A0995192-AD5B-4CBC-AAA6-682B6EB27244}" type="presParOf" srcId="{BA4A4E3F-F39F-40A4-9176-0370077DB945}" destId="{48532103-0643-4315-8084-77B22582E6BB}" srcOrd="0" destOrd="0" presId="urn:microsoft.com/office/officeart/2018/5/layout/CenteredIconLabelDescriptionList"/>
    <dgm:cxn modelId="{73529C68-AE76-4EF0-83A9-DB820F702AB7}" type="presParOf" srcId="{BA4A4E3F-F39F-40A4-9176-0370077DB945}" destId="{994861DF-B738-4BD3-AFCE-BE99717D53D9}" srcOrd="1" destOrd="0" presId="urn:microsoft.com/office/officeart/2018/5/layout/CenteredIconLabelDescriptionList"/>
    <dgm:cxn modelId="{F7329AFD-6062-489B-B523-599ADFD9547D}" type="presParOf" srcId="{BA4A4E3F-F39F-40A4-9176-0370077DB945}" destId="{106783E9-3104-4FFE-B20D-C56AD7F603F4}" srcOrd="2" destOrd="0" presId="urn:microsoft.com/office/officeart/2018/5/layout/CenteredIconLabelDescriptionList"/>
    <dgm:cxn modelId="{106636BF-D5D1-4B34-A446-DC57C6A7895F}" type="presParOf" srcId="{BA4A4E3F-F39F-40A4-9176-0370077DB945}" destId="{C0F22283-6A9E-4214-97A6-CDADA11F7D6A}" srcOrd="3" destOrd="0" presId="urn:microsoft.com/office/officeart/2018/5/layout/CenteredIconLabelDescriptionList"/>
    <dgm:cxn modelId="{D0EF8187-3375-41A1-92F3-125D864532F1}" type="presParOf" srcId="{BA4A4E3F-F39F-40A4-9176-0370077DB945}" destId="{388A641F-BC16-41D7-A022-8D53225A6094}" srcOrd="4" destOrd="0" presId="urn:microsoft.com/office/officeart/2018/5/layout/CenteredIconLabelDescriptionList"/>
    <dgm:cxn modelId="{A7DF5640-5BA4-4B07-9838-018E80CF40E9}" type="presParOf" srcId="{083A35F8-E69F-4E46-AD54-9338DB86155D}" destId="{2BA7F4A9-9DCD-4B2B-8307-AE902C9F616C}" srcOrd="1" destOrd="0" presId="urn:microsoft.com/office/officeart/2018/5/layout/CenteredIconLabelDescriptionList"/>
    <dgm:cxn modelId="{D78632BC-3CAC-4FE5-A714-BEAC1913CA95}" type="presParOf" srcId="{083A35F8-E69F-4E46-AD54-9338DB86155D}" destId="{7F61E33E-C0FB-443B-92A0-933E996315D8}" srcOrd="2" destOrd="0" presId="urn:microsoft.com/office/officeart/2018/5/layout/CenteredIconLabelDescriptionList"/>
    <dgm:cxn modelId="{2A02D96F-9195-476B-8465-063EA5A78945}" type="presParOf" srcId="{7F61E33E-C0FB-443B-92A0-933E996315D8}" destId="{C1813024-BD27-4A05-8752-BD13E1FEA770}" srcOrd="0" destOrd="0" presId="urn:microsoft.com/office/officeart/2018/5/layout/CenteredIconLabelDescriptionList"/>
    <dgm:cxn modelId="{43238138-57D8-432B-B4FC-95E92E977320}" type="presParOf" srcId="{7F61E33E-C0FB-443B-92A0-933E996315D8}" destId="{DE2E408C-8C7D-45D5-839C-9E3F35D93AE3}" srcOrd="1" destOrd="0" presId="urn:microsoft.com/office/officeart/2018/5/layout/CenteredIconLabelDescriptionList"/>
    <dgm:cxn modelId="{348BC00A-7081-4037-B3C7-B94B0DD2E089}" type="presParOf" srcId="{7F61E33E-C0FB-443B-92A0-933E996315D8}" destId="{7B9EBFF7-5951-4465-96D9-C7D2D401CBA9}" srcOrd="2" destOrd="0" presId="urn:microsoft.com/office/officeart/2018/5/layout/CenteredIconLabelDescriptionList"/>
    <dgm:cxn modelId="{4E75BC7B-1991-4313-A867-7016BC1BC26A}" type="presParOf" srcId="{7F61E33E-C0FB-443B-92A0-933E996315D8}" destId="{C3FB5672-31C2-415D-974B-E2714F02A990}" srcOrd="3" destOrd="0" presId="urn:microsoft.com/office/officeart/2018/5/layout/CenteredIconLabelDescriptionList"/>
    <dgm:cxn modelId="{D2F93DEA-4AB5-4DAA-9D73-C3B7E6C9E8B9}" type="presParOf" srcId="{7F61E33E-C0FB-443B-92A0-933E996315D8}" destId="{4B4BB5BF-13DD-4462-9EA9-458F3801111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5E04EF-6992-4AEA-9F68-FEABA10CE42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344D4D8-0864-49A4-958E-231766E77CB4}">
      <dgm:prSet/>
      <dgm:spPr/>
      <dgm:t>
        <a:bodyPr/>
        <a:lstStyle/>
        <a:p>
          <a:pPr>
            <a:defRPr b="1"/>
          </a:pPr>
          <a:r>
            <a:rPr lang="en-US"/>
            <a:t>Clustering</a:t>
          </a:r>
        </a:p>
      </dgm:t>
    </dgm:pt>
    <dgm:pt modelId="{2E07BA2A-21B7-42EA-93E9-7C780CAB26EB}" type="parTrans" cxnId="{B1D8A230-70ED-49C4-9BD6-99D409BAB97B}">
      <dgm:prSet/>
      <dgm:spPr/>
      <dgm:t>
        <a:bodyPr/>
        <a:lstStyle/>
        <a:p>
          <a:endParaRPr lang="en-US"/>
        </a:p>
      </dgm:t>
    </dgm:pt>
    <dgm:pt modelId="{BF89FF9D-B4BB-48AD-950A-FA9251454A78}" type="sibTrans" cxnId="{B1D8A230-70ED-49C4-9BD6-99D409BAB97B}">
      <dgm:prSet/>
      <dgm:spPr/>
      <dgm:t>
        <a:bodyPr/>
        <a:lstStyle/>
        <a:p>
          <a:endParaRPr lang="en-US"/>
        </a:p>
      </dgm:t>
    </dgm:pt>
    <dgm:pt modelId="{8BCD225C-D31D-4973-80E3-EAB762A296AB}">
      <dgm:prSet/>
      <dgm:spPr/>
      <dgm:t>
        <a:bodyPr/>
        <a:lstStyle/>
        <a:p>
          <a:r>
            <a:rPr lang="en-US"/>
            <a:t>K-Means</a:t>
          </a:r>
        </a:p>
      </dgm:t>
    </dgm:pt>
    <dgm:pt modelId="{010A790D-3BEC-4AF7-9491-96C163BC2B89}" type="parTrans" cxnId="{3B53E52A-EA25-40D4-BBB2-745BD01DC9BD}">
      <dgm:prSet/>
      <dgm:spPr/>
      <dgm:t>
        <a:bodyPr/>
        <a:lstStyle/>
        <a:p>
          <a:endParaRPr lang="en-US"/>
        </a:p>
      </dgm:t>
    </dgm:pt>
    <dgm:pt modelId="{144E2928-5981-47D8-ABCE-F66B5740679D}" type="sibTrans" cxnId="{3B53E52A-EA25-40D4-BBB2-745BD01DC9BD}">
      <dgm:prSet/>
      <dgm:spPr/>
      <dgm:t>
        <a:bodyPr/>
        <a:lstStyle/>
        <a:p>
          <a:endParaRPr lang="en-US"/>
        </a:p>
      </dgm:t>
    </dgm:pt>
    <dgm:pt modelId="{2E38E60C-F650-4881-AFFD-D080E6052020}">
      <dgm:prSet/>
      <dgm:spPr/>
      <dgm:t>
        <a:bodyPr/>
        <a:lstStyle/>
        <a:p>
          <a:r>
            <a:rPr lang="en-US"/>
            <a:t>Hierarchical Clustering</a:t>
          </a:r>
        </a:p>
      </dgm:t>
    </dgm:pt>
    <dgm:pt modelId="{8FCA81F9-CBCF-402A-A57B-8AEF7C5DF891}" type="parTrans" cxnId="{588019D0-0E81-4625-BAB8-7155D7C1B31C}">
      <dgm:prSet/>
      <dgm:spPr/>
      <dgm:t>
        <a:bodyPr/>
        <a:lstStyle/>
        <a:p>
          <a:endParaRPr lang="en-US"/>
        </a:p>
      </dgm:t>
    </dgm:pt>
    <dgm:pt modelId="{0D2373EF-08C0-4047-B736-3E0C404DB638}" type="sibTrans" cxnId="{588019D0-0E81-4625-BAB8-7155D7C1B31C}">
      <dgm:prSet/>
      <dgm:spPr/>
      <dgm:t>
        <a:bodyPr/>
        <a:lstStyle/>
        <a:p>
          <a:endParaRPr lang="en-US"/>
        </a:p>
      </dgm:t>
    </dgm:pt>
    <dgm:pt modelId="{3510DC57-A6A9-4283-8BF4-98B47EB2EBB4}">
      <dgm:prSet/>
      <dgm:spPr/>
      <dgm:t>
        <a:bodyPr/>
        <a:lstStyle/>
        <a:p>
          <a:r>
            <a:rPr lang="en-US"/>
            <a:t>DBSCAN</a:t>
          </a:r>
        </a:p>
      </dgm:t>
    </dgm:pt>
    <dgm:pt modelId="{0C4B4ED8-4334-4283-B1FE-90E096F06312}" type="parTrans" cxnId="{8BC8ED62-0EFA-47E1-A420-EB7D3D014628}">
      <dgm:prSet/>
      <dgm:spPr/>
      <dgm:t>
        <a:bodyPr/>
        <a:lstStyle/>
        <a:p>
          <a:endParaRPr lang="en-US"/>
        </a:p>
      </dgm:t>
    </dgm:pt>
    <dgm:pt modelId="{A39D12BC-5064-4BD3-8B1D-DF5957B382C1}" type="sibTrans" cxnId="{8BC8ED62-0EFA-47E1-A420-EB7D3D014628}">
      <dgm:prSet/>
      <dgm:spPr/>
      <dgm:t>
        <a:bodyPr/>
        <a:lstStyle/>
        <a:p>
          <a:endParaRPr lang="en-US"/>
        </a:p>
      </dgm:t>
    </dgm:pt>
    <dgm:pt modelId="{E82EA000-05BA-41D3-B576-4CDF1D9B6A1C}">
      <dgm:prSet/>
      <dgm:spPr/>
      <dgm:t>
        <a:bodyPr/>
        <a:lstStyle/>
        <a:p>
          <a:pPr>
            <a:defRPr b="1"/>
          </a:pPr>
          <a:r>
            <a:rPr lang="en-US"/>
            <a:t>Dimensionality Reduction</a:t>
          </a:r>
        </a:p>
      </dgm:t>
    </dgm:pt>
    <dgm:pt modelId="{D318067B-1193-4EA8-9A01-82FAF7097598}" type="parTrans" cxnId="{510AFDE5-F15B-413A-A7A2-3E82329E39B9}">
      <dgm:prSet/>
      <dgm:spPr/>
      <dgm:t>
        <a:bodyPr/>
        <a:lstStyle/>
        <a:p>
          <a:endParaRPr lang="en-US"/>
        </a:p>
      </dgm:t>
    </dgm:pt>
    <dgm:pt modelId="{04B5A079-084D-43F0-9764-C8FA6157653B}" type="sibTrans" cxnId="{510AFDE5-F15B-413A-A7A2-3E82329E39B9}">
      <dgm:prSet/>
      <dgm:spPr/>
      <dgm:t>
        <a:bodyPr/>
        <a:lstStyle/>
        <a:p>
          <a:endParaRPr lang="en-US"/>
        </a:p>
      </dgm:t>
    </dgm:pt>
    <dgm:pt modelId="{F6C4EA38-4F8D-4AD9-99E7-31B3BA8DFF13}">
      <dgm:prSet/>
      <dgm:spPr/>
      <dgm:t>
        <a:bodyPr/>
        <a:lstStyle/>
        <a:p>
          <a:r>
            <a:rPr lang="en-US"/>
            <a:t>Principle Component Analysis (PCA)</a:t>
          </a:r>
        </a:p>
      </dgm:t>
    </dgm:pt>
    <dgm:pt modelId="{7334A0B2-7782-448A-92BA-D2B79636534D}" type="parTrans" cxnId="{5625D8AC-93F7-4C9A-AF33-9F7FBE5CB31C}">
      <dgm:prSet/>
      <dgm:spPr/>
      <dgm:t>
        <a:bodyPr/>
        <a:lstStyle/>
        <a:p>
          <a:endParaRPr lang="en-US"/>
        </a:p>
      </dgm:t>
    </dgm:pt>
    <dgm:pt modelId="{6C1D3D21-F5A4-4770-ADEC-D7F6A86925D4}" type="sibTrans" cxnId="{5625D8AC-93F7-4C9A-AF33-9F7FBE5CB31C}">
      <dgm:prSet/>
      <dgm:spPr/>
      <dgm:t>
        <a:bodyPr/>
        <a:lstStyle/>
        <a:p>
          <a:endParaRPr lang="en-US"/>
        </a:p>
      </dgm:t>
    </dgm:pt>
    <dgm:pt modelId="{42C31FD1-E434-48A0-8FFC-DC8CEFF3D8FC}">
      <dgm:prSet/>
      <dgm:spPr/>
      <dgm:t>
        <a:bodyPr/>
        <a:lstStyle/>
        <a:p>
          <a:r>
            <a:rPr lang="en-US"/>
            <a:t>Singular Value Decomposition (SVD)</a:t>
          </a:r>
        </a:p>
      </dgm:t>
    </dgm:pt>
    <dgm:pt modelId="{A2A9D266-D054-4E9C-B743-23AC036D559B}" type="parTrans" cxnId="{EC306C99-FB95-4D85-9A01-4C9830E0CD7A}">
      <dgm:prSet/>
      <dgm:spPr/>
      <dgm:t>
        <a:bodyPr/>
        <a:lstStyle/>
        <a:p>
          <a:endParaRPr lang="en-US"/>
        </a:p>
      </dgm:t>
    </dgm:pt>
    <dgm:pt modelId="{6E9EA2B5-CF89-45D3-9992-4C86571521B0}" type="sibTrans" cxnId="{EC306C99-FB95-4D85-9A01-4C9830E0CD7A}">
      <dgm:prSet/>
      <dgm:spPr/>
      <dgm:t>
        <a:bodyPr/>
        <a:lstStyle/>
        <a:p>
          <a:endParaRPr lang="en-US"/>
        </a:p>
      </dgm:t>
    </dgm:pt>
    <dgm:pt modelId="{671F0A6E-CEE5-46F2-B153-5112FA83BB7D}">
      <dgm:prSet/>
      <dgm:spPr/>
      <dgm:t>
        <a:bodyPr/>
        <a:lstStyle/>
        <a:p>
          <a:r>
            <a:rPr lang="en-US" dirty="0"/>
            <a:t>T-Distributed Stochastic Neighbor Embedding (t-SNE)</a:t>
          </a:r>
        </a:p>
      </dgm:t>
    </dgm:pt>
    <dgm:pt modelId="{23D6C0E1-A6BF-409B-ACF0-E67D5425F800}" type="parTrans" cxnId="{FCD38F79-9F64-4E62-9663-E6E72BC2C0EF}">
      <dgm:prSet/>
      <dgm:spPr/>
      <dgm:t>
        <a:bodyPr/>
        <a:lstStyle/>
        <a:p>
          <a:endParaRPr lang="en-US"/>
        </a:p>
      </dgm:t>
    </dgm:pt>
    <dgm:pt modelId="{740BAF0C-E1A0-4E92-A87E-4468AA2E74CE}" type="sibTrans" cxnId="{FCD38F79-9F64-4E62-9663-E6E72BC2C0EF}">
      <dgm:prSet/>
      <dgm:spPr/>
      <dgm:t>
        <a:bodyPr/>
        <a:lstStyle/>
        <a:p>
          <a:endParaRPr lang="en-US"/>
        </a:p>
      </dgm:t>
    </dgm:pt>
    <dgm:pt modelId="{083A35F8-E69F-4E46-AD54-9338DB86155D}" type="pres">
      <dgm:prSet presAssocID="{815E04EF-6992-4AEA-9F68-FEABA10CE42C}" presName="root" presStyleCnt="0">
        <dgm:presLayoutVars>
          <dgm:dir/>
          <dgm:resizeHandles val="exact"/>
        </dgm:presLayoutVars>
      </dgm:prSet>
      <dgm:spPr/>
    </dgm:pt>
    <dgm:pt modelId="{BA4A4E3F-F39F-40A4-9176-0370077DB945}" type="pres">
      <dgm:prSet presAssocID="{4344D4D8-0864-49A4-958E-231766E77CB4}" presName="compNode" presStyleCnt="0"/>
      <dgm:spPr/>
    </dgm:pt>
    <dgm:pt modelId="{48532103-0643-4315-8084-77B22582E6BB}" type="pres">
      <dgm:prSet presAssocID="{4344D4D8-0864-49A4-958E-231766E77CB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994861DF-B738-4BD3-AFCE-BE99717D53D9}" type="pres">
      <dgm:prSet presAssocID="{4344D4D8-0864-49A4-958E-231766E77CB4}" presName="iconSpace" presStyleCnt="0"/>
      <dgm:spPr/>
    </dgm:pt>
    <dgm:pt modelId="{106783E9-3104-4FFE-B20D-C56AD7F603F4}" type="pres">
      <dgm:prSet presAssocID="{4344D4D8-0864-49A4-958E-231766E77CB4}" presName="parTx" presStyleLbl="revTx" presStyleIdx="0" presStyleCnt="4">
        <dgm:presLayoutVars>
          <dgm:chMax val="0"/>
          <dgm:chPref val="0"/>
        </dgm:presLayoutVars>
      </dgm:prSet>
      <dgm:spPr/>
    </dgm:pt>
    <dgm:pt modelId="{C0F22283-6A9E-4214-97A6-CDADA11F7D6A}" type="pres">
      <dgm:prSet presAssocID="{4344D4D8-0864-49A4-958E-231766E77CB4}" presName="txSpace" presStyleCnt="0"/>
      <dgm:spPr/>
    </dgm:pt>
    <dgm:pt modelId="{388A641F-BC16-41D7-A022-8D53225A6094}" type="pres">
      <dgm:prSet presAssocID="{4344D4D8-0864-49A4-958E-231766E77CB4}" presName="desTx" presStyleLbl="revTx" presStyleIdx="1" presStyleCnt="4">
        <dgm:presLayoutVars/>
      </dgm:prSet>
      <dgm:spPr/>
    </dgm:pt>
    <dgm:pt modelId="{2BA7F4A9-9DCD-4B2B-8307-AE902C9F616C}" type="pres">
      <dgm:prSet presAssocID="{BF89FF9D-B4BB-48AD-950A-FA9251454A78}" presName="sibTrans" presStyleCnt="0"/>
      <dgm:spPr/>
    </dgm:pt>
    <dgm:pt modelId="{7F61E33E-C0FB-443B-92A0-933E996315D8}" type="pres">
      <dgm:prSet presAssocID="{E82EA000-05BA-41D3-B576-4CDF1D9B6A1C}" presName="compNode" presStyleCnt="0"/>
      <dgm:spPr/>
    </dgm:pt>
    <dgm:pt modelId="{C1813024-BD27-4A05-8752-BD13E1FEA770}" type="pres">
      <dgm:prSet presAssocID="{E82EA000-05BA-41D3-B576-4CDF1D9B6A1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DE2E408C-8C7D-45D5-839C-9E3F35D93AE3}" type="pres">
      <dgm:prSet presAssocID="{E82EA000-05BA-41D3-B576-4CDF1D9B6A1C}" presName="iconSpace" presStyleCnt="0"/>
      <dgm:spPr/>
    </dgm:pt>
    <dgm:pt modelId="{7B9EBFF7-5951-4465-96D9-C7D2D401CBA9}" type="pres">
      <dgm:prSet presAssocID="{E82EA000-05BA-41D3-B576-4CDF1D9B6A1C}" presName="parTx" presStyleLbl="revTx" presStyleIdx="2" presStyleCnt="4">
        <dgm:presLayoutVars>
          <dgm:chMax val="0"/>
          <dgm:chPref val="0"/>
        </dgm:presLayoutVars>
      </dgm:prSet>
      <dgm:spPr/>
    </dgm:pt>
    <dgm:pt modelId="{C3FB5672-31C2-415D-974B-E2714F02A990}" type="pres">
      <dgm:prSet presAssocID="{E82EA000-05BA-41D3-B576-4CDF1D9B6A1C}" presName="txSpace" presStyleCnt="0"/>
      <dgm:spPr/>
    </dgm:pt>
    <dgm:pt modelId="{4B4BB5BF-13DD-4462-9EA9-458F3801111B}" type="pres">
      <dgm:prSet presAssocID="{E82EA000-05BA-41D3-B576-4CDF1D9B6A1C}" presName="desTx" presStyleLbl="revTx" presStyleIdx="3" presStyleCnt="4" custScaleX="111915">
        <dgm:presLayoutVars/>
      </dgm:prSet>
      <dgm:spPr/>
    </dgm:pt>
  </dgm:ptLst>
  <dgm:cxnLst>
    <dgm:cxn modelId="{983FAA04-A4B9-4AAC-8885-4BE9BE9464AB}" type="presOf" srcId="{3510DC57-A6A9-4283-8BF4-98B47EB2EBB4}" destId="{388A641F-BC16-41D7-A022-8D53225A6094}" srcOrd="0" destOrd="2" presId="urn:microsoft.com/office/officeart/2018/5/layout/CenteredIconLabelDescriptionList"/>
    <dgm:cxn modelId="{BFDFC512-F4F6-4F82-AD79-EF93E67EA677}" type="presOf" srcId="{4344D4D8-0864-49A4-958E-231766E77CB4}" destId="{106783E9-3104-4FFE-B20D-C56AD7F603F4}" srcOrd="0" destOrd="0" presId="urn:microsoft.com/office/officeart/2018/5/layout/CenteredIconLabelDescriptionList"/>
    <dgm:cxn modelId="{3B53E52A-EA25-40D4-BBB2-745BD01DC9BD}" srcId="{4344D4D8-0864-49A4-958E-231766E77CB4}" destId="{8BCD225C-D31D-4973-80E3-EAB762A296AB}" srcOrd="0" destOrd="0" parTransId="{010A790D-3BEC-4AF7-9491-96C163BC2B89}" sibTransId="{144E2928-5981-47D8-ABCE-F66B5740679D}"/>
    <dgm:cxn modelId="{B1D8A230-70ED-49C4-9BD6-99D409BAB97B}" srcId="{815E04EF-6992-4AEA-9F68-FEABA10CE42C}" destId="{4344D4D8-0864-49A4-958E-231766E77CB4}" srcOrd="0" destOrd="0" parTransId="{2E07BA2A-21B7-42EA-93E9-7C780CAB26EB}" sibTransId="{BF89FF9D-B4BB-48AD-950A-FA9251454A78}"/>
    <dgm:cxn modelId="{88C47D36-7518-4C5E-8F9B-F2B8BF42678B}" type="presOf" srcId="{815E04EF-6992-4AEA-9F68-FEABA10CE42C}" destId="{083A35F8-E69F-4E46-AD54-9338DB86155D}" srcOrd="0" destOrd="0" presId="urn:microsoft.com/office/officeart/2018/5/layout/CenteredIconLabelDescriptionList"/>
    <dgm:cxn modelId="{6E1DE63E-1F22-4924-AD6A-61CD1B1D598A}" type="presOf" srcId="{E82EA000-05BA-41D3-B576-4CDF1D9B6A1C}" destId="{7B9EBFF7-5951-4465-96D9-C7D2D401CBA9}" srcOrd="0" destOrd="0" presId="urn:microsoft.com/office/officeart/2018/5/layout/CenteredIconLabelDescriptionList"/>
    <dgm:cxn modelId="{8BC8ED62-0EFA-47E1-A420-EB7D3D014628}" srcId="{4344D4D8-0864-49A4-958E-231766E77CB4}" destId="{3510DC57-A6A9-4283-8BF4-98B47EB2EBB4}" srcOrd="2" destOrd="0" parTransId="{0C4B4ED8-4334-4283-B1FE-90E096F06312}" sibTransId="{A39D12BC-5064-4BD3-8B1D-DF5957B382C1}"/>
    <dgm:cxn modelId="{E30F9876-2344-4669-99B4-9F75C78AAC7A}" type="presOf" srcId="{2E38E60C-F650-4881-AFFD-D080E6052020}" destId="{388A641F-BC16-41D7-A022-8D53225A6094}" srcOrd="0" destOrd="1" presId="urn:microsoft.com/office/officeart/2018/5/layout/CenteredIconLabelDescriptionList"/>
    <dgm:cxn modelId="{00D05B59-5491-4608-A4D2-A3DF7C7D0B18}" type="presOf" srcId="{F6C4EA38-4F8D-4AD9-99E7-31B3BA8DFF13}" destId="{4B4BB5BF-13DD-4462-9EA9-458F3801111B}" srcOrd="0" destOrd="0" presId="urn:microsoft.com/office/officeart/2018/5/layout/CenteredIconLabelDescriptionList"/>
    <dgm:cxn modelId="{FCD38F79-9F64-4E62-9663-E6E72BC2C0EF}" srcId="{E82EA000-05BA-41D3-B576-4CDF1D9B6A1C}" destId="{671F0A6E-CEE5-46F2-B153-5112FA83BB7D}" srcOrd="2" destOrd="0" parTransId="{23D6C0E1-A6BF-409B-ACF0-E67D5425F800}" sibTransId="{740BAF0C-E1A0-4E92-A87E-4468AA2E74CE}"/>
    <dgm:cxn modelId="{57487898-3A15-4766-B70C-9C5B6F8148F4}" type="presOf" srcId="{42C31FD1-E434-48A0-8FFC-DC8CEFF3D8FC}" destId="{4B4BB5BF-13DD-4462-9EA9-458F3801111B}" srcOrd="0" destOrd="1" presId="urn:microsoft.com/office/officeart/2018/5/layout/CenteredIconLabelDescriptionList"/>
    <dgm:cxn modelId="{EC306C99-FB95-4D85-9A01-4C9830E0CD7A}" srcId="{E82EA000-05BA-41D3-B576-4CDF1D9B6A1C}" destId="{42C31FD1-E434-48A0-8FFC-DC8CEFF3D8FC}" srcOrd="1" destOrd="0" parTransId="{A2A9D266-D054-4E9C-B743-23AC036D559B}" sibTransId="{6E9EA2B5-CF89-45D3-9992-4C86571521B0}"/>
    <dgm:cxn modelId="{5625D8AC-93F7-4C9A-AF33-9F7FBE5CB31C}" srcId="{E82EA000-05BA-41D3-B576-4CDF1D9B6A1C}" destId="{F6C4EA38-4F8D-4AD9-99E7-31B3BA8DFF13}" srcOrd="0" destOrd="0" parTransId="{7334A0B2-7782-448A-92BA-D2B79636534D}" sibTransId="{6C1D3D21-F5A4-4770-ADEC-D7F6A86925D4}"/>
    <dgm:cxn modelId="{B0938EB0-152A-41EE-A2AE-6FB0C91F38C5}" type="presOf" srcId="{8BCD225C-D31D-4973-80E3-EAB762A296AB}" destId="{388A641F-BC16-41D7-A022-8D53225A6094}" srcOrd="0" destOrd="0" presId="urn:microsoft.com/office/officeart/2018/5/layout/CenteredIconLabelDescriptionList"/>
    <dgm:cxn modelId="{588019D0-0E81-4625-BAB8-7155D7C1B31C}" srcId="{4344D4D8-0864-49A4-958E-231766E77CB4}" destId="{2E38E60C-F650-4881-AFFD-D080E6052020}" srcOrd="1" destOrd="0" parTransId="{8FCA81F9-CBCF-402A-A57B-8AEF7C5DF891}" sibTransId="{0D2373EF-08C0-4047-B736-3E0C404DB638}"/>
    <dgm:cxn modelId="{9DDB41D4-6EEC-4779-A0DF-FCC7217D3A39}" type="presOf" srcId="{671F0A6E-CEE5-46F2-B153-5112FA83BB7D}" destId="{4B4BB5BF-13DD-4462-9EA9-458F3801111B}" srcOrd="0" destOrd="2" presId="urn:microsoft.com/office/officeart/2018/5/layout/CenteredIconLabelDescriptionList"/>
    <dgm:cxn modelId="{510AFDE5-F15B-413A-A7A2-3E82329E39B9}" srcId="{815E04EF-6992-4AEA-9F68-FEABA10CE42C}" destId="{E82EA000-05BA-41D3-B576-4CDF1D9B6A1C}" srcOrd="1" destOrd="0" parTransId="{D318067B-1193-4EA8-9A01-82FAF7097598}" sibTransId="{04B5A079-084D-43F0-9764-C8FA6157653B}"/>
    <dgm:cxn modelId="{227AC1C9-9088-4D63-866B-1D7D102A895F}" type="presParOf" srcId="{083A35F8-E69F-4E46-AD54-9338DB86155D}" destId="{BA4A4E3F-F39F-40A4-9176-0370077DB945}" srcOrd="0" destOrd="0" presId="urn:microsoft.com/office/officeart/2018/5/layout/CenteredIconLabelDescriptionList"/>
    <dgm:cxn modelId="{A0995192-AD5B-4CBC-AAA6-682B6EB27244}" type="presParOf" srcId="{BA4A4E3F-F39F-40A4-9176-0370077DB945}" destId="{48532103-0643-4315-8084-77B22582E6BB}" srcOrd="0" destOrd="0" presId="urn:microsoft.com/office/officeart/2018/5/layout/CenteredIconLabelDescriptionList"/>
    <dgm:cxn modelId="{73529C68-AE76-4EF0-83A9-DB820F702AB7}" type="presParOf" srcId="{BA4A4E3F-F39F-40A4-9176-0370077DB945}" destId="{994861DF-B738-4BD3-AFCE-BE99717D53D9}" srcOrd="1" destOrd="0" presId="urn:microsoft.com/office/officeart/2018/5/layout/CenteredIconLabelDescriptionList"/>
    <dgm:cxn modelId="{F7329AFD-6062-489B-B523-599ADFD9547D}" type="presParOf" srcId="{BA4A4E3F-F39F-40A4-9176-0370077DB945}" destId="{106783E9-3104-4FFE-B20D-C56AD7F603F4}" srcOrd="2" destOrd="0" presId="urn:microsoft.com/office/officeart/2018/5/layout/CenteredIconLabelDescriptionList"/>
    <dgm:cxn modelId="{106636BF-D5D1-4B34-A446-DC57C6A7895F}" type="presParOf" srcId="{BA4A4E3F-F39F-40A4-9176-0370077DB945}" destId="{C0F22283-6A9E-4214-97A6-CDADA11F7D6A}" srcOrd="3" destOrd="0" presId="urn:microsoft.com/office/officeart/2018/5/layout/CenteredIconLabelDescriptionList"/>
    <dgm:cxn modelId="{D0EF8187-3375-41A1-92F3-125D864532F1}" type="presParOf" srcId="{BA4A4E3F-F39F-40A4-9176-0370077DB945}" destId="{388A641F-BC16-41D7-A022-8D53225A6094}" srcOrd="4" destOrd="0" presId="urn:microsoft.com/office/officeart/2018/5/layout/CenteredIconLabelDescriptionList"/>
    <dgm:cxn modelId="{A7DF5640-5BA4-4B07-9838-018E80CF40E9}" type="presParOf" srcId="{083A35F8-E69F-4E46-AD54-9338DB86155D}" destId="{2BA7F4A9-9DCD-4B2B-8307-AE902C9F616C}" srcOrd="1" destOrd="0" presId="urn:microsoft.com/office/officeart/2018/5/layout/CenteredIconLabelDescriptionList"/>
    <dgm:cxn modelId="{D78632BC-3CAC-4FE5-A714-BEAC1913CA95}" type="presParOf" srcId="{083A35F8-E69F-4E46-AD54-9338DB86155D}" destId="{7F61E33E-C0FB-443B-92A0-933E996315D8}" srcOrd="2" destOrd="0" presId="urn:microsoft.com/office/officeart/2018/5/layout/CenteredIconLabelDescriptionList"/>
    <dgm:cxn modelId="{2A02D96F-9195-476B-8465-063EA5A78945}" type="presParOf" srcId="{7F61E33E-C0FB-443B-92A0-933E996315D8}" destId="{C1813024-BD27-4A05-8752-BD13E1FEA770}" srcOrd="0" destOrd="0" presId="urn:microsoft.com/office/officeart/2018/5/layout/CenteredIconLabelDescriptionList"/>
    <dgm:cxn modelId="{43238138-57D8-432B-B4FC-95E92E977320}" type="presParOf" srcId="{7F61E33E-C0FB-443B-92A0-933E996315D8}" destId="{DE2E408C-8C7D-45D5-839C-9E3F35D93AE3}" srcOrd="1" destOrd="0" presId="urn:microsoft.com/office/officeart/2018/5/layout/CenteredIconLabelDescriptionList"/>
    <dgm:cxn modelId="{348BC00A-7081-4037-B3C7-B94B0DD2E089}" type="presParOf" srcId="{7F61E33E-C0FB-443B-92A0-933E996315D8}" destId="{7B9EBFF7-5951-4465-96D9-C7D2D401CBA9}" srcOrd="2" destOrd="0" presId="urn:microsoft.com/office/officeart/2018/5/layout/CenteredIconLabelDescriptionList"/>
    <dgm:cxn modelId="{4E75BC7B-1991-4313-A867-7016BC1BC26A}" type="presParOf" srcId="{7F61E33E-C0FB-443B-92A0-933E996315D8}" destId="{C3FB5672-31C2-415D-974B-E2714F02A990}" srcOrd="3" destOrd="0" presId="urn:microsoft.com/office/officeart/2018/5/layout/CenteredIconLabelDescriptionList"/>
    <dgm:cxn modelId="{D2F93DEA-4AB5-4DAA-9D73-C3B7E6C9E8B9}" type="presParOf" srcId="{7F61E33E-C0FB-443B-92A0-933E996315D8}" destId="{4B4BB5BF-13DD-4462-9EA9-458F3801111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9BD20B2-E67C-4A94-AB4E-959644C2AB83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0329C3A-2ACC-4C28-8646-F501253173EC}">
      <dgm:prSet/>
      <dgm:spPr/>
      <dgm:t>
        <a:bodyPr/>
        <a:lstStyle/>
        <a:p>
          <a:r>
            <a:rPr lang="en-US" b="1"/>
            <a:t>Clustering</a:t>
          </a:r>
          <a:r>
            <a:rPr lang="en-US"/>
            <a:t> involves grouping similar data points together into clusters based on certain similarity criteria.</a:t>
          </a:r>
        </a:p>
      </dgm:t>
    </dgm:pt>
    <dgm:pt modelId="{A2E8F18B-EFA8-458E-A41D-E04EF6D6CC54}" type="parTrans" cxnId="{88482938-B75F-4FD7-AFEF-BCC50FB4012E}">
      <dgm:prSet/>
      <dgm:spPr/>
      <dgm:t>
        <a:bodyPr/>
        <a:lstStyle/>
        <a:p>
          <a:endParaRPr lang="en-US"/>
        </a:p>
      </dgm:t>
    </dgm:pt>
    <dgm:pt modelId="{18505F5A-445E-48C0-ADC5-06BE756C4D80}" type="sibTrans" cxnId="{88482938-B75F-4FD7-AFEF-BCC50FB4012E}">
      <dgm:prSet/>
      <dgm:spPr/>
      <dgm:t>
        <a:bodyPr/>
        <a:lstStyle/>
        <a:p>
          <a:endParaRPr lang="en-US"/>
        </a:p>
      </dgm:t>
    </dgm:pt>
    <dgm:pt modelId="{95369E45-B57E-48E3-827F-628B190A51A5}">
      <dgm:prSet/>
      <dgm:spPr/>
      <dgm:t>
        <a:bodyPr/>
        <a:lstStyle/>
        <a:p>
          <a:r>
            <a:rPr lang="en-US" b="1" dirty="0"/>
            <a:t>The Goal </a:t>
          </a:r>
          <a:r>
            <a:rPr lang="en-US" dirty="0"/>
            <a:t>is to identify patterns or segments within the data. </a:t>
          </a:r>
        </a:p>
      </dgm:t>
    </dgm:pt>
    <dgm:pt modelId="{89B1B751-B315-4EC7-BB8B-C03F30D65940}" type="parTrans" cxnId="{257BEA35-018A-41CB-8973-A5267967D9DC}">
      <dgm:prSet/>
      <dgm:spPr/>
      <dgm:t>
        <a:bodyPr/>
        <a:lstStyle/>
        <a:p>
          <a:endParaRPr lang="en-US"/>
        </a:p>
      </dgm:t>
    </dgm:pt>
    <dgm:pt modelId="{E3049A53-064C-4C09-BF38-287703868B3E}" type="sibTrans" cxnId="{257BEA35-018A-41CB-8973-A5267967D9DC}">
      <dgm:prSet/>
      <dgm:spPr/>
      <dgm:t>
        <a:bodyPr/>
        <a:lstStyle/>
        <a:p>
          <a:endParaRPr lang="en-US"/>
        </a:p>
      </dgm:t>
    </dgm:pt>
    <dgm:pt modelId="{525C884F-8805-43F1-98D6-7FF5817AD3AD}" type="pres">
      <dgm:prSet presAssocID="{59BD20B2-E67C-4A94-AB4E-959644C2AB8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6AF0AC6-D6BA-4D72-9D0F-DC1FC3A5F43B}" type="pres">
      <dgm:prSet presAssocID="{80329C3A-2ACC-4C28-8646-F501253173EC}" presName="hierRoot1" presStyleCnt="0"/>
      <dgm:spPr/>
    </dgm:pt>
    <dgm:pt modelId="{8A05AFAE-AC78-4A62-A0AD-A459BA8EB9EB}" type="pres">
      <dgm:prSet presAssocID="{80329C3A-2ACC-4C28-8646-F501253173EC}" presName="composite" presStyleCnt="0"/>
      <dgm:spPr/>
    </dgm:pt>
    <dgm:pt modelId="{DC6DB614-0C2E-4F43-A8C1-3F44F8A75D0A}" type="pres">
      <dgm:prSet presAssocID="{80329C3A-2ACC-4C28-8646-F501253173EC}" presName="background" presStyleLbl="node0" presStyleIdx="0" presStyleCnt="2"/>
      <dgm:spPr/>
    </dgm:pt>
    <dgm:pt modelId="{16F5EDD1-9EE7-4400-BD73-442926A10C8C}" type="pres">
      <dgm:prSet presAssocID="{80329C3A-2ACC-4C28-8646-F501253173EC}" presName="text" presStyleLbl="fgAcc0" presStyleIdx="0" presStyleCnt="2">
        <dgm:presLayoutVars>
          <dgm:chPref val="3"/>
        </dgm:presLayoutVars>
      </dgm:prSet>
      <dgm:spPr/>
    </dgm:pt>
    <dgm:pt modelId="{9D7D68AD-2CA4-4849-84A7-616A2D0C0F24}" type="pres">
      <dgm:prSet presAssocID="{80329C3A-2ACC-4C28-8646-F501253173EC}" presName="hierChild2" presStyleCnt="0"/>
      <dgm:spPr/>
    </dgm:pt>
    <dgm:pt modelId="{C3F8EC0A-4E4C-40D9-BEBD-02A26FC943EE}" type="pres">
      <dgm:prSet presAssocID="{95369E45-B57E-48E3-827F-628B190A51A5}" presName="hierRoot1" presStyleCnt="0"/>
      <dgm:spPr/>
    </dgm:pt>
    <dgm:pt modelId="{40C4EDF5-962B-43E9-A00E-183A602AD9BC}" type="pres">
      <dgm:prSet presAssocID="{95369E45-B57E-48E3-827F-628B190A51A5}" presName="composite" presStyleCnt="0"/>
      <dgm:spPr/>
    </dgm:pt>
    <dgm:pt modelId="{5711B920-E6BB-4F1D-9E3F-2EC5A12A8C7B}" type="pres">
      <dgm:prSet presAssocID="{95369E45-B57E-48E3-827F-628B190A51A5}" presName="background" presStyleLbl="node0" presStyleIdx="1" presStyleCnt="2"/>
      <dgm:spPr/>
    </dgm:pt>
    <dgm:pt modelId="{D959F5E8-B819-4031-BFDF-C38F7FF281C0}" type="pres">
      <dgm:prSet presAssocID="{95369E45-B57E-48E3-827F-628B190A51A5}" presName="text" presStyleLbl="fgAcc0" presStyleIdx="1" presStyleCnt="2">
        <dgm:presLayoutVars>
          <dgm:chPref val="3"/>
        </dgm:presLayoutVars>
      </dgm:prSet>
      <dgm:spPr/>
    </dgm:pt>
    <dgm:pt modelId="{C5B08CAE-DBDD-4665-AE00-02C6412F3235}" type="pres">
      <dgm:prSet presAssocID="{95369E45-B57E-48E3-827F-628B190A51A5}" presName="hierChild2" presStyleCnt="0"/>
      <dgm:spPr/>
    </dgm:pt>
  </dgm:ptLst>
  <dgm:cxnLst>
    <dgm:cxn modelId="{257BEA35-018A-41CB-8973-A5267967D9DC}" srcId="{59BD20B2-E67C-4A94-AB4E-959644C2AB83}" destId="{95369E45-B57E-48E3-827F-628B190A51A5}" srcOrd="1" destOrd="0" parTransId="{89B1B751-B315-4EC7-BB8B-C03F30D65940}" sibTransId="{E3049A53-064C-4C09-BF38-287703868B3E}"/>
    <dgm:cxn modelId="{88482938-B75F-4FD7-AFEF-BCC50FB4012E}" srcId="{59BD20B2-E67C-4A94-AB4E-959644C2AB83}" destId="{80329C3A-2ACC-4C28-8646-F501253173EC}" srcOrd="0" destOrd="0" parTransId="{A2E8F18B-EFA8-458E-A41D-E04EF6D6CC54}" sibTransId="{18505F5A-445E-48C0-ADC5-06BE756C4D80}"/>
    <dgm:cxn modelId="{0DB34264-3525-4E79-8FF0-E1A7869EACE7}" type="presOf" srcId="{59BD20B2-E67C-4A94-AB4E-959644C2AB83}" destId="{525C884F-8805-43F1-98D6-7FF5817AD3AD}" srcOrd="0" destOrd="0" presId="urn:microsoft.com/office/officeart/2005/8/layout/hierarchy1"/>
    <dgm:cxn modelId="{863F1D72-AAD8-45D1-80F0-C3FE3C76FFC5}" type="presOf" srcId="{95369E45-B57E-48E3-827F-628B190A51A5}" destId="{D959F5E8-B819-4031-BFDF-C38F7FF281C0}" srcOrd="0" destOrd="0" presId="urn:microsoft.com/office/officeart/2005/8/layout/hierarchy1"/>
    <dgm:cxn modelId="{8858C7D9-1A3E-40E8-92D5-B1ED5115DAD0}" type="presOf" srcId="{80329C3A-2ACC-4C28-8646-F501253173EC}" destId="{16F5EDD1-9EE7-4400-BD73-442926A10C8C}" srcOrd="0" destOrd="0" presId="urn:microsoft.com/office/officeart/2005/8/layout/hierarchy1"/>
    <dgm:cxn modelId="{D96B992B-0DA3-4E5C-B5A0-29E9F611F4E0}" type="presParOf" srcId="{525C884F-8805-43F1-98D6-7FF5817AD3AD}" destId="{86AF0AC6-D6BA-4D72-9D0F-DC1FC3A5F43B}" srcOrd="0" destOrd="0" presId="urn:microsoft.com/office/officeart/2005/8/layout/hierarchy1"/>
    <dgm:cxn modelId="{E04A76E8-F33C-40FE-A2C0-2032BB298FD9}" type="presParOf" srcId="{86AF0AC6-D6BA-4D72-9D0F-DC1FC3A5F43B}" destId="{8A05AFAE-AC78-4A62-A0AD-A459BA8EB9EB}" srcOrd="0" destOrd="0" presId="urn:microsoft.com/office/officeart/2005/8/layout/hierarchy1"/>
    <dgm:cxn modelId="{9C724F45-C35E-400A-B9F1-C53951E01707}" type="presParOf" srcId="{8A05AFAE-AC78-4A62-A0AD-A459BA8EB9EB}" destId="{DC6DB614-0C2E-4F43-A8C1-3F44F8A75D0A}" srcOrd="0" destOrd="0" presId="urn:microsoft.com/office/officeart/2005/8/layout/hierarchy1"/>
    <dgm:cxn modelId="{52833D34-E08D-42A7-ACED-A8062F3A6AC0}" type="presParOf" srcId="{8A05AFAE-AC78-4A62-A0AD-A459BA8EB9EB}" destId="{16F5EDD1-9EE7-4400-BD73-442926A10C8C}" srcOrd="1" destOrd="0" presId="urn:microsoft.com/office/officeart/2005/8/layout/hierarchy1"/>
    <dgm:cxn modelId="{DC3410B8-5EA7-4CC3-98EE-98B68F7DF49D}" type="presParOf" srcId="{86AF0AC6-D6BA-4D72-9D0F-DC1FC3A5F43B}" destId="{9D7D68AD-2CA4-4849-84A7-616A2D0C0F24}" srcOrd="1" destOrd="0" presId="urn:microsoft.com/office/officeart/2005/8/layout/hierarchy1"/>
    <dgm:cxn modelId="{8624A23E-872E-401E-AAA9-7A871CA2AF46}" type="presParOf" srcId="{525C884F-8805-43F1-98D6-7FF5817AD3AD}" destId="{C3F8EC0A-4E4C-40D9-BEBD-02A26FC943EE}" srcOrd="1" destOrd="0" presId="urn:microsoft.com/office/officeart/2005/8/layout/hierarchy1"/>
    <dgm:cxn modelId="{95D2CEEA-FC13-41EA-8ECB-82EBA70FD5D7}" type="presParOf" srcId="{C3F8EC0A-4E4C-40D9-BEBD-02A26FC943EE}" destId="{40C4EDF5-962B-43E9-A00E-183A602AD9BC}" srcOrd="0" destOrd="0" presId="urn:microsoft.com/office/officeart/2005/8/layout/hierarchy1"/>
    <dgm:cxn modelId="{4DB37072-5B77-44BA-8727-3FECABE0921C}" type="presParOf" srcId="{40C4EDF5-962B-43E9-A00E-183A602AD9BC}" destId="{5711B920-E6BB-4F1D-9E3F-2EC5A12A8C7B}" srcOrd="0" destOrd="0" presId="urn:microsoft.com/office/officeart/2005/8/layout/hierarchy1"/>
    <dgm:cxn modelId="{9B8C29A5-2FDC-44D2-9E06-06CEDEC08163}" type="presParOf" srcId="{40C4EDF5-962B-43E9-A00E-183A602AD9BC}" destId="{D959F5E8-B819-4031-BFDF-C38F7FF281C0}" srcOrd="1" destOrd="0" presId="urn:microsoft.com/office/officeart/2005/8/layout/hierarchy1"/>
    <dgm:cxn modelId="{5FAF5DCD-8BF9-4FBA-9059-65B07F0EC6A0}" type="presParOf" srcId="{C3F8EC0A-4E4C-40D9-BEBD-02A26FC943EE}" destId="{C5B08CAE-DBDD-4665-AE00-02C6412F323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E5916DE-D0FB-4EEC-8C07-703E593553B4}" type="doc">
      <dgm:prSet loTypeId="urn:microsoft.com/office/officeart/2005/8/layout/hierarchy1" loCatId="hierarchy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E3ECF62-38A6-446F-86C0-4C2FDE5B97B1}">
      <dgm:prSet/>
      <dgm:spPr/>
      <dgm:t>
        <a:bodyPr/>
        <a:lstStyle/>
        <a:p>
          <a:r>
            <a:rPr lang="en-US" b="1" dirty="0"/>
            <a:t>Dimensionality reduction </a:t>
          </a:r>
          <a:r>
            <a:rPr lang="en-US" dirty="0"/>
            <a:t>techniques aim to reduce the number of features or variables in the dataset while preserving as much relevant information as possible.</a:t>
          </a:r>
        </a:p>
      </dgm:t>
    </dgm:pt>
    <dgm:pt modelId="{C4DD6C72-D81B-4572-AF6A-D79A92F9029C}" type="parTrans" cxnId="{F08A6843-4E7F-4183-911B-DF1B04CEFD73}">
      <dgm:prSet/>
      <dgm:spPr/>
      <dgm:t>
        <a:bodyPr/>
        <a:lstStyle/>
        <a:p>
          <a:endParaRPr lang="en-US"/>
        </a:p>
      </dgm:t>
    </dgm:pt>
    <dgm:pt modelId="{74FD42AA-0A13-41FC-8BFC-8AB8956B4DF8}" type="sibTrans" cxnId="{F08A6843-4E7F-4183-911B-DF1B04CEFD73}">
      <dgm:prSet/>
      <dgm:spPr/>
      <dgm:t>
        <a:bodyPr/>
        <a:lstStyle/>
        <a:p>
          <a:endParaRPr lang="en-US"/>
        </a:p>
      </dgm:t>
    </dgm:pt>
    <dgm:pt modelId="{ED64A5C1-9EAD-41A9-90CF-73CC24FCEF24}">
      <dgm:prSet/>
      <dgm:spPr/>
      <dgm:t>
        <a:bodyPr/>
        <a:lstStyle/>
        <a:p>
          <a:r>
            <a:rPr lang="en-US"/>
            <a:t>This is useful for visualizing high-dimensional data, reducing noise, and speeding up subsequent analyses.</a:t>
          </a:r>
        </a:p>
      </dgm:t>
    </dgm:pt>
    <dgm:pt modelId="{B3BF9A8B-7F93-47EE-B6E4-49C8E25F2015}" type="parTrans" cxnId="{D2B66AB7-E4F2-4AD9-AADC-BE25EB5A657D}">
      <dgm:prSet/>
      <dgm:spPr/>
      <dgm:t>
        <a:bodyPr/>
        <a:lstStyle/>
        <a:p>
          <a:endParaRPr lang="en-US"/>
        </a:p>
      </dgm:t>
    </dgm:pt>
    <dgm:pt modelId="{A739F4D1-7546-4E12-8EBC-416B1AB1A533}" type="sibTrans" cxnId="{D2B66AB7-E4F2-4AD9-AADC-BE25EB5A657D}">
      <dgm:prSet/>
      <dgm:spPr/>
      <dgm:t>
        <a:bodyPr/>
        <a:lstStyle/>
        <a:p>
          <a:endParaRPr lang="en-US"/>
        </a:p>
      </dgm:t>
    </dgm:pt>
    <dgm:pt modelId="{96292447-CCFC-4CED-8DA0-2AFE3DD5E3BE}" type="pres">
      <dgm:prSet presAssocID="{6E5916DE-D0FB-4EEC-8C07-703E593553B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CABF790-DCD6-4452-91DB-5516A8DAF2F5}" type="pres">
      <dgm:prSet presAssocID="{FE3ECF62-38A6-446F-86C0-4C2FDE5B97B1}" presName="hierRoot1" presStyleCnt="0"/>
      <dgm:spPr/>
    </dgm:pt>
    <dgm:pt modelId="{21A5B03F-541B-41D1-9B18-603F4F46637E}" type="pres">
      <dgm:prSet presAssocID="{FE3ECF62-38A6-446F-86C0-4C2FDE5B97B1}" presName="composite" presStyleCnt="0"/>
      <dgm:spPr/>
    </dgm:pt>
    <dgm:pt modelId="{80351CF3-522B-4515-83BA-18728B3EE065}" type="pres">
      <dgm:prSet presAssocID="{FE3ECF62-38A6-446F-86C0-4C2FDE5B97B1}" presName="background" presStyleLbl="node0" presStyleIdx="0" presStyleCnt="2"/>
      <dgm:spPr/>
    </dgm:pt>
    <dgm:pt modelId="{C9D7B700-7C06-4FCC-B7D5-146793D93598}" type="pres">
      <dgm:prSet presAssocID="{FE3ECF62-38A6-446F-86C0-4C2FDE5B97B1}" presName="text" presStyleLbl="fgAcc0" presStyleIdx="0" presStyleCnt="2">
        <dgm:presLayoutVars>
          <dgm:chPref val="3"/>
        </dgm:presLayoutVars>
      </dgm:prSet>
      <dgm:spPr/>
    </dgm:pt>
    <dgm:pt modelId="{0538ED0B-FAF5-4E85-BD8F-62CC9BF690E6}" type="pres">
      <dgm:prSet presAssocID="{FE3ECF62-38A6-446F-86C0-4C2FDE5B97B1}" presName="hierChild2" presStyleCnt="0"/>
      <dgm:spPr/>
    </dgm:pt>
    <dgm:pt modelId="{C7C763AF-F6FF-4FDA-8756-0750B19516AA}" type="pres">
      <dgm:prSet presAssocID="{ED64A5C1-9EAD-41A9-90CF-73CC24FCEF24}" presName="hierRoot1" presStyleCnt="0"/>
      <dgm:spPr/>
    </dgm:pt>
    <dgm:pt modelId="{2DFA284B-1A48-4B0C-B4AA-36F564580C65}" type="pres">
      <dgm:prSet presAssocID="{ED64A5C1-9EAD-41A9-90CF-73CC24FCEF24}" presName="composite" presStyleCnt="0"/>
      <dgm:spPr/>
    </dgm:pt>
    <dgm:pt modelId="{2660AE25-7441-4B56-98AD-EEFAA21E606A}" type="pres">
      <dgm:prSet presAssocID="{ED64A5C1-9EAD-41A9-90CF-73CC24FCEF24}" presName="background" presStyleLbl="node0" presStyleIdx="1" presStyleCnt="2"/>
      <dgm:spPr/>
    </dgm:pt>
    <dgm:pt modelId="{9DE09DC9-72FF-46CA-A2AA-844458470709}" type="pres">
      <dgm:prSet presAssocID="{ED64A5C1-9EAD-41A9-90CF-73CC24FCEF24}" presName="text" presStyleLbl="fgAcc0" presStyleIdx="1" presStyleCnt="2">
        <dgm:presLayoutVars>
          <dgm:chPref val="3"/>
        </dgm:presLayoutVars>
      </dgm:prSet>
      <dgm:spPr/>
    </dgm:pt>
    <dgm:pt modelId="{BABA637B-DBB4-48D5-82EB-78D3007F6603}" type="pres">
      <dgm:prSet presAssocID="{ED64A5C1-9EAD-41A9-90CF-73CC24FCEF24}" presName="hierChild2" presStyleCnt="0"/>
      <dgm:spPr/>
    </dgm:pt>
  </dgm:ptLst>
  <dgm:cxnLst>
    <dgm:cxn modelId="{F08A6843-4E7F-4183-911B-DF1B04CEFD73}" srcId="{6E5916DE-D0FB-4EEC-8C07-703E593553B4}" destId="{FE3ECF62-38A6-446F-86C0-4C2FDE5B97B1}" srcOrd="0" destOrd="0" parTransId="{C4DD6C72-D81B-4572-AF6A-D79A92F9029C}" sibTransId="{74FD42AA-0A13-41FC-8BFC-8AB8956B4DF8}"/>
    <dgm:cxn modelId="{F81CE29E-7195-495B-9A55-D180FCD849D3}" type="presOf" srcId="{FE3ECF62-38A6-446F-86C0-4C2FDE5B97B1}" destId="{C9D7B700-7C06-4FCC-B7D5-146793D93598}" srcOrd="0" destOrd="0" presId="urn:microsoft.com/office/officeart/2005/8/layout/hierarchy1"/>
    <dgm:cxn modelId="{86B3A1A4-EE14-4671-8F24-E488BEE6E71D}" type="presOf" srcId="{ED64A5C1-9EAD-41A9-90CF-73CC24FCEF24}" destId="{9DE09DC9-72FF-46CA-A2AA-844458470709}" srcOrd="0" destOrd="0" presId="urn:microsoft.com/office/officeart/2005/8/layout/hierarchy1"/>
    <dgm:cxn modelId="{D2B66AB7-E4F2-4AD9-AADC-BE25EB5A657D}" srcId="{6E5916DE-D0FB-4EEC-8C07-703E593553B4}" destId="{ED64A5C1-9EAD-41A9-90CF-73CC24FCEF24}" srcOrd="1" destOrd="0" parTransId="{B3BF9A8B-7F93-47EE-B6E4-49C8E25F2015}" sibTransId="{A739F4D1-7546-4E12-8EBC-416B1AB1A533}"/>
    <dgm:cxn modelId="{0A17A7FC-8A5A-4E39-A126-E699C9F9C065}" type="presOf" srcId="{6E5916DE-D0FB-4EEC-8C07-703E593553B4}" destId="{96292447-CCFC-4CED-8DA0-2AFE3DD5E3BE}" srcOrd="0" destOrd="0" presId="urn:microsoft.com/office/officeart/2005/8/layout/hierarchy1"/>
    <dgm:cxn modelId="{4F966B30-2DB6-47C8-B4C7-B487A517F37E}" type="presParOf" srcId="{96292447-CCFC-4CED-8DA0-2AFE3DD5E3BE}" destId="{BCABF790-DCD6-4452-91DB-5516A8DAF2F5}" srcOrd="0" destOrd="0" presId="urn:microsoft.com/office/officeart/2005/8/layout/hierarchy1"/>
    <dgm:cxn modelId="{8B16C713-0A29-45C4-810A-A5239B2BB579}" type="presParOf" srcId="{BCABF790-DCD6-4452-91DB-5516A8DAF2F5}" destId="{21A5B03F-541B-41D1-9B18-603F4F46637E}" srcOrd="0" destOrd="0" presId="urn:microsoft.com/office/officeart/2005/8/layout/hierarchy1"/>
    <dgm:cxn modelId="{FCCC9F04-1B7A-4D1D-89CD-BBF95BEB5494}" type="presParOf" srcId="{21A5B03F-541B-41D1-9B18-603F4F46637E}" destId="{80351CF3-522B-4515-83BA-18728B3EE065}" srcOrd="0" destOrd="0" presId="urn:microsoft.com/office/officeart/2005/8/layout/hierarchy1"/>
    <dgm:cxn modelId="{2FD14108-3F39-4442-BF48-27CEED9AB52B}" type="presParOf" srcId="{21A5B03F-541B-41D1-9B18-603F4F46637E}" destId="{C9D7B700-7C06-4FCC-B7D5-146793D93598}" srcOrd="1" destOrd="0" presId="urn:microsoft.com/office/officeart/2005/8/layout/hierarchy1"/>
    <dgm:cxn modelId="{9B4C3E7A-EB79-407B-8ABC-56083B308885}" type="presParOf" srcId="{BCABF790-DCD6-4452-91DB-5516A8DAF2F5}" destId="{0538ED0B-FAF5-4E85-BD8F-62CC9BF690E6}" srcOrd="1" destOrd="0" presId="urn:microsoft.com/office/officeart/2005/8/layout/hierarchy1"/>
    <dgm:cxn modelId="{B5236B65-AA2C-4F03-9AFA-821179934906}" type="presParOf" srcId="{96292447-CCFC-4CED-8DA0-2AFE3DD5E3BE}" destId="{C7C763AF-F6FF-4FDA-8756-0750B19516AA}" srcOrd="1" destOrd="0" presId="urn:microsoft.com/office/officeart/2005/8/layout/hierarchy1"/>
    <dgm:cxn modelId="{227D5B6B-B280-446B-97A6-CB27FE174117}" type="presParOf" srcId="{C7C763AF-F6FF-4FDA-8756-0750B19516AA}" destId="{2DFA284B-1A48-4B0C-B4AA-36F564580C65}" srcOrd="0" destOrd="0" presId="urn:microsoft.com/office/officeart/2005/8/layout/hierarchy1"/>
    <dgm:cxn modelId="{43D32485-98AE-459A-9138-E61257E0D455}" type="presParOf" srcId="{2DFA284B-1A48-4B0C-B4AA-36F564580C65}" destId="{2660AE25-7441-4B56-98AD-EEFAA21E606A}" srcOrd="0" destOrd="0" presId="urn:microsoft.com/office/officeart/2005/8/layout/hierarchy1"/>
    <dgm:cxn modelId="{071E1215-B448-4AF4-8A2E-8FEA7CC86405}" type="presParOf" srcId="{2DFA284B-1A48-4B0C-B4AA-36F564580C65}" destId="{9DE09DC9-72FF-46CA-A2AA-844458470709}" srcOrd="1" destOrd="0" presId="urn:microsoft.com/office/officeart/2005/8/layout/hierarchy1"/>
    <dgm:cxn modelId="{03F28720-1431-476B-9052-7B8278B0B1D0}" type="presParOf" srcId="{C7C763AF-F6FF-4FDA-8756-0750B19516AA}" destId="{BABA637B-DBB4-48D5-82EB-78D3007F660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DEFC4F5-762B-42AE-A418-8D079D7A72A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511C709-39B7-4AF8-8417-C3C1B7D5307D}">
      <dgm:prSet/>
      <dgm:spPr/>
      <dgm:t>
        <a:bodyPr/>
        <a:lstStyle/>
        <a:p>
          <a:r>
            <a:rPr lang="en-US" b="1"/>
            <a:t>Data Exploration:</a:t>
          </a:r>
          <a:r>
            <a:rPr lang="en-US"/>
            <a:t> Unsupervised techniques can help analysts understand the underlying structure of a dataset and discover relationships that might not be obvious at first glance.</a:t>
          </a:r>
        </a:p>
      </dgm:t>
    </dgm:pt>
    <dgm:pt modelId="{B6331873-BEB5-446A-A59E-5EDB22D7E04B}" type="parTrans" cxnId="{AE47324C-6754-40EC-935B-35229EEB8CE4}">
      <dgm:prSet/>
      <dgm:spPr/>
      <dgm:t>
        <a:bodyPr/>
        <a:lstStyle/>
        <a:p>
          <a:endParaRPr lang="en-US"/>
        </a:p>
      </dgm:t>
    </dgm:pt>
    <dgm:pt modelId="{CE081EFD-DE43-40B8-A222-EA544F5376D7}" type="sibTrans" cxnId="{AE47324C-6754-40EC-935B-35229EEB8CE4}">
      <dgm:prSet/>
      <dgm:spPr/>
      <dgm:t>
        <a:bodyPr/>
        <a:lstStyle/>
        <a:p>
          <a:endParaRPr lang="en-US"/>
        </a:p>
      </dgm:t>
    </dgm:pt>
    <dgm:pt modelId="{BB218D32-0BE2-4E12-B59A-9B1790A4EDF1}">
      <dgm:prSet/>
      <dgm:spPr/>
      <dgm:t>
        <a:bodyPr/>
        <a:lstStyle/>
        <a:p>
          <a:r>
            <a:rPr lang="en-US" b="1"/>
            <a:t>Anomaly Detection:</a:t>
          </a:r>
          <a:r>
            <a:rPr lang="en-US"/>
            <a:t> By learning the normal patterns of the data, unsupervised methods can identify unusual or anomalous observations that deviate from those patterns.</a:t>
          </a:r>
        </a:p>
      </dgm:t>
    </dgm:pt>
    <dgm:pt modelId="{EFB7A53E-8243-4587-A7DC-E4BCB0BCC16C}" type="parTrans" cxnId="{495BDB36-91B4-4C33-9012-8B9C92133F02}">
      <dgm:prSet/>
      <dgm:spPr/>
      <dgm:t>
        <a:bodyPr/>
        <a:lstStyle/>
        <a:p>
          <a:endParaRPr lang="en-US"/>
        </a:p>
      </dgm:t>
    </dgm:pt>
    <dgm:pt modelId="{665A37B8-2ECB-421B-8D43-820B98227A48}" type="sibTrans" cxnId="{495BDB36-91B4-4C33-9012-8B9C92133F02}">
      <dgm:prSet/>
      <dgm:spPr/>
      <dgm:t>
        <a:bodyPr/>
        <a:lstStyle/>
        <a:p>
          <a:endParaRPr lang="en-US"/>
        </a:p>
      </dgm:t>
    </dgm:pt>
    <dgm:pt modelId="{1A68E6A5-A9E0-4FB4-B757-217977988D1F}">
      <dgm:prSet/>
      <dgm:spPr/>
      <dgm:t>
        <a:bodyPr/>
        <a:lstStyle/>
        <a:p>
          <a:r>
            <a:rPr lang="en-US" b="1"/>
            <a:t>Recommendation Systems:</a:t>
          </a:r>
          <a:r>
            <a:rPr lang="en-US"/>
            <a:t> Unsupervised techniques can be used to group similar users or items, allowing for the creation of recommendation systems that suggest products.</a:t>
          </a:r>
        </a:p>
      </dgm:t>
    </dgm:pt>
    <dgm:pt modelId="{323169C8-918C-4205-9590-C7639912AC75}" type="parTrans" cxnId="{248BF16F-18BB-4CAB-93F4-22D9F23D9CB9}">
      <dgm:prSet/>
      <dgm:spPr/>
      <dgm:t>
        <a:bodyPr/>
        <a:lstStyle/>
        <a:p>
          <a:endParaRPr lang="en-US"/>
        </a:p>
      </dgm:t>
    </dgm:pt>
    <dgm:pt modelId="{ECE0D7DB-CABF-4A54-8D44-D255A880B354}" type="sibTrans" cxnId="{248BF16F-18BB-4CAB-93F4-22D9F23D9CB9}">
      <dgm:prSet/>
      <dgm:spPr/>
      <dgm:t>
        <a:bodyPr/>
        <a:lstStyle/>
        <a:p>
          <a:endParaRPr lang="en-US"/>
        </a:p>
      </dgm:t>
    </dgm:pt>
    <dgm:pt modelId="{8C2509B0-0B1E-4A3E-83F1-F013EABB8AC4}">
      <dgm:prSet/>
      <dgm:spPr/>
      <dgm:t>
        <a:bodyPr/>
        <a:lstStyle/>
        <a:p>
          <a:r>
            <a:rPr lang="en-US" b="1"/>
            <a:t>Feature Engineering:</a:t>
          </a:r>
          <a:r>
            <a:rPr lang="en-US"/>
            <a:t> Dimensionality reduction techniques can assist in reducing the complexity of a dataset, which can lead to simpler and more efficient models.</a:t>
          </a:r>
        </a:p>
      </dgm:t>
    </dgm:pt>
    <dgm:pt modelId="{9222AC11-65EC-44EF-8F68-0574E2C770DA}" type="parTrans" cxnId="{93CD3809-B5A5-4293-B843-E0138804E262}">
      <dgm:prSet/>
      <dgm:spPr/>
      <dgm:t>
        <a:bodyPr/>
        <a:lstStyle/>
        <a:p>
          <a:endParaRPr lang="en-US"/>
        </a:p>
      </dgm:t>
    </dgm:pt>
    <dgm:pt modelId="{3E173565-EE11-4BAD-AC91-C66470AB4EF0}" type="sibTrans" cxnId="{93CD3809-B5A5-4293-B843-E0138804E262}">
      <dgm:prSet/>
      <dgm:spPr/>
      <dgm:t>
        <a:bodyPr/>
        <a:lstStyle/>
        <a:p>
          <a:endParaRPr lang="en-US"/>
        </a:p>
      </dgm:t>
    </dgm:pt>
    <dgm:pt modelId="{FDAC3DD4-B8F2-4B33-ABB2-96DC72A85004}">
      <dgm:prSet/>
      <dgm:spPr/>
      <dgm:t>
        <a:bodyPr/>
        <a:lstStyle/>
        <a:p>
          <a:r>
            <a:rPr lang="en-US" b="1" dirty="0"/>
            <a:t>Text Analysis:</a:t>
          </a:r>
          <a:r>
            <a:rPr lang="en-US" dirty="0"/>
            <a:t> Unsupervised learning is often used in natural language processing tasks such as topic modeling, where documents are grouped based on the topics they discuss.</a:t>
          </a:r>
        </a:p>
      </dgm:t>
    </dgm:pt>
    <dgm:pt modelId="{81E19746-56FF-4B12-9ACF-A8C8100349C8}" type="parTrans" cxnId="{47024372-5631-4C9C-835B-282326F7D494}">
      <dgm:prSet/>
      <dgm:spPr/>
      <dgm:t>
        <a:bodyPr/>
        <a:lstStyle/>
        <a:p>
          <a:endParaRPr lang="en-US"/>
        </a:p>
      </dgm:t>
    </dgm:pt>
    <dgm:pt modelId="{486FC406-1FB0-4D4F-887F-B5EC90B56E8E}" type="sibTrans" cxnId="{47024372-5631-4C9C-835B-282326F7D494}">
      <dgm:prSet/>
      <dgm:spPr/>
      <dgm:t>
        <a:bodyPr/>
        <a:lstStyle/>
        <a:p>
          <a:endParaRPr lang="en-US"/>
        </a:p>
      </dgm:t>
    </dgm:pt>
    <dgm:pt modelId="{8FF9B638-99F1-40C8-BF3E-100C29779CB5}" type="pres">
      <dgm:prSet presAssocID="{7DEFC4F5-762B-42AE-A418-8D079D7A72A8}" presName="root" presStyleCnt="0">
        <dgm:presLayoutVars>
          <dgm:dir/>
          <dgm:resizeHandles val="exact"/>
        </dgm:presLayoutVars>
      </dgm:prSet>
      <dgm:spPr/>
    </dgm:pt>
    <dgm:pt modelId="{AC1A0233-7D51-48DF-B43A-66802EC912DC}" type="pres">
      <dgm:prSet presAssocID="{A511C709-39B7-4AF8-8417-C3C1B7D5307D}" presName="compNode" presStyleCnt="0"/>
      <dgm:spPr/>
    </dgm:pt>
    <dgm:pt modelId="{6E482A36-BCB0-4BBD-A13E-049CD2AB56DB}" type="pres">
      <dgm:prSet presAssocID="{A511C709-39B7-4AF8-8417-C3C1B7D5307D}" presName="bgRect" presStyleLbl="bgShp" presStyleIdx="0" presStyleCnt="5"/>
      <dgm:spPr/>
    </dgm:pt>
    <dgm:pt modelId="{278DCC02-5EC7-43FB-AEED-4595258A3519}" type="pres">
      <dgm:prSet presAssocID="{A511C709-39B7-4AF8-8417-C3C1B7D5307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35821230-06FE-4C87-84FD-B0725770D402}" type="pres">
      <dgm:prSet presAssocID="{A511C709-39B7-4AF8-8417-C3C1B7D5307D}" presName="spaceRect" presStyleCnt="0"/>
      <dgm:spPr/>
    </dgm:pt>
    <dgm:pt modelId="{C1695F62-BC2D-4D48-9240-9C14C3B463BC}" type="pres">
      <dgm:prSet presAssocID="{A511C709-39B7-4AF8-8417-C3C1B7D5307D}" presName="parTx" presStyleLbl="revTx" presStyleIdx="0" presStyleCnt="5">
        <dgm:presLayoutVars>
          <dgm:chMax val="0"/>
          <dgm:chPref val="0"/>
        </dgm:presLayoutVars>
      </dgm:prSet>
      <dgm:spPr/>
    </dgm:pt>
    <dgm:pt modelId="{4D3282EA-9D91-442A-87FE-B8D5588CB743}" type="pres">
      <dgm:prSet presAssocID="{CE081EFD-DE43-40B8-A222-EA544F5376D7}" presName="sibTrans" presStyleCnt="0"/>
      <dgm:spPr/>
    </dgm:pt>
    <dgm:pt modelId="{AF4A43DB-6690-4857-AEE1-5D6917DA9CF0}" type="pres">
      <dgm:prSet presAssocID="{BB218D32-0BE2-4E12-B59A-9B1790A4EDF1}" presName="compNode" presStyleCnt="0"/>
      <dgm:spPr/>
    </dgm:pt>
    <dgm:pt modelId="{AD45E7FA-703D-4DCE-B43D-20A57C67E361}" type="pres">
      <dgm:prSet presAssocID="{BB218D32-0BE2-4E12-B59A-9B1790A4EDF1}" presName="bgRect" presStyleLbl="bgShp" presStyleIdx="1" presStyleCnt="5"/>
      <dgm:spPr/>
    </dgm:pt>
    <dgm:pt modelId="{E9DAA1B4-C06E-4196-9B5E-45FC1DB6F91D}" type="pres">
      <dgm:prSet presAssocID="{BB218D32-0BE2-4E12-B59A-9B1790A4EDF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36C7A3BE-4C88-45BC-9577-4A43A08F0E3F}" type="pres">
      <dgm:prSet presAssocID="{BB218D32-0BE2-4E12-B59A-9B1790A4EDF1}" presName="spaceRect" presStyleCnt="0"/>
      <dgm:spPr/>
    </dgm:pt>
    <dgm:pt modelId="{9D749910-BAB0-4038-B529-6BA9AD0DDDD3}" type="pres">
      <dgm:prSet presAssocID="{BB218D32-0BE2-4E12-B59A-9B1790A4EDF1}" presName="parTx" presStyleLbl="revTx" presStyleIdx="1" presStyleCnt="5">
        <dgm:presLayoutVars>
          <dgm:chMax val="0"/>
          <dgm:chPref val="0"/>
        </dgm:presLayoutVars>
      </dgm:prSet>
      <dgm:spPr/>
    </dgm:pt>
    <dgm:pt modelId="{17239411-05DF-49AE-A0CC-F102BDBA6420}" type="pres">
      <dgm:prSet presAssocID="{665A37B8-2ECB-421B-8D43-820B98227A48}" presName="sibTrans" presStyleCnt="0"/>
      <dgm:spPr/>
    </dgm:pt>
    <dgm:pt modelId="{68D23D9E-F8A8-4354-B362-6524C561D798}" type="pres">
      <dgm:prSet presAssocID="{1A68E6A5-A9E0-4FB4-B757-217977988D1F}" presName="compNode" presStyleCnt="0"/>
      <dgm:spPr/>
    </dgm:pt>
    <dgm:pt modelId="{86418BBB-FB44-4FAD-AB94-9EF0AA77D142}" type="pres">
      <dgm:prSet presAssocID="{1A68E6A5-A9E0-4FB4-B757-217977988D1F}" presName="bgRect" presStyleLbl="bgShp" presStyleIdx="2" presStyleCnt="5"/>
      <dgm:spPr/>
    </dgm:pt>
    <dgm:pt modelId="{BA28A32A-7097-4612-9726-554FD6724BCD}" type="pres">
      <dgm:prSet presAssocID="{1A68E6A5-A9E0-4FB4-B757-217977988D1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1CD66792-37FE-4017-8DF9-7BDD3BD41E8B}" type="pres">
      <dgm:prSet presAssocID="{1A68E6A5-A9E0-4FB4-B757-217977988D1F}" presName="spaceRect" presStyleCnt="0"/>
      <dgm:spPr/>
    </dgm:pt>
    <dgm:pt modelId="{3BDD0589-F911-4333-B594-7A3BCCE5D201}" type="pres">
      <dgm:prSet presAssocID="{1A68E6A5-A9E0-4FB4-B757-217977988D1F}" presName="parTx" presStyleLbl="revTx" presStyleIdx="2" presStyleCnt="5">
        <dgm:presLayoutVars>
          <dgm:chMax val="0"/>
          <dgm:chPref val="0"/>
        </dgm:presLayoutVars>
      </dgm:prSet>
      <dgm:spPr/>
    </dgm:pt>
    <dgm:pt modelId="{8F1A5562-9019-4E06-BBC1-8C1815BAC94F}" type="pres">
      <dgm:prSet presAssocID="{ECE0D7DB-CABF-4A54-8D44-D255A880B354}" presName="sibTrans" presStyleCnt="0"/>
      <dgm:spPr/>
    </dgm:pt>
    <dgm:pt modelId="{8F4715DF-9C9F-4688-A7B3-BCB311CB8466}" type="pres">
      <dgm:prSet presAssocID="{8C2509B0-0B1E-4A3E-83F1-F013EABB8AC4}" presName="compNode" presStyleCnt="0"/>
      <dgm:spPr/>
    </dgm:pt>
    <dgm:pt modelId="{652FEFF3-BDEE-456D-9293-10DB9FA9BD37}" type="pres">
      <dgm:prSet presAssocID="{8C2509B0-0B1E-4A3E-83F1-F013EABB8AC4}" presName="bgRect" presStyleLbl="bgShp" presStyleIdx="3" presStyleCnt="5"/>
      <dgm:spPr/>
    </dgm:pt>
    <dgm:pt modelId="{035084D2-0138-4AA3-AD58-21253C594784}" type="pres">
      <dgm:prSet presAssocID="{8C2509B0-0B1E-4A3E-83F1-F013EABB8AC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C5525ED-BD46-4336-AD64-F4B7A1BF6B50}" type="pres">
      <dgm:prSet presAssocID="{8C2509B0-0B1E-4A3E-83F1-F013EABB8AC4}" presName="spaceRect" presStyleCnt="0"/>
      <dgm:spPr/>
    </dgm:pt>
    <dgm:pt modelId="{7ED8A2A1-6DD7-4C54-A7BB-E6580628C3E4}" type="pres">
      <dgm:prSet presAssocID="{8C2509B0-0B1E-4A3E-83F1-F013EABB8AC4}" presName="parTx" presStyleLbl="revTx" presStyleIdx="3" presStyleCnt="5">
        <dgm:presLayoutVars>
          <dgm:chMax val="0"/>
          <dgm:chPref val="0"/>
        </dgm:presLayoutVars>
      </dgm:prSet>
      <dgm:spPr/>
    </dgm:pt>
    <dgm:pt modelId="{2F1C2843-D55D-46B5-9450-2B634F938959}" type="pres">
      <dgm:prSet presAssocID="{3E173565-EE11-4BAD-AC91-C66470AB4EF0}" presName="sibTrans" presStyleCnt="0"/>
      <dgm:spPr/>
    </dgm:pt>
    <dgm:pt modelId="{FAAC7607-0E62-4456-968F-64FE7F1687E4}" type="pres">
      <dgm:prSet presAssocID="{FDAC3DD4-B8F2-4B33-ABB2-96DC72A85004}" presName="compNode" presStyleCnt="0"/>
      <dgm:spPr/>
    </dgm:pt>
    <dgm:pt modelId="{097ED887-671C-47A5-B25F-FA551ACE8ED1}" type="pres">
      <dgm:prSet presAssocID="{FDAC3DD4-B8F2-4B33-ABB2-96DC72A85004}" presName="bgRect" presStyleLbl="bgShp" presStyleIdx="4" presStyleCnt="5"/>
      <dgm:spPr/>
    </dgm:pt>
    <dgm:pt modelId="{99822875-70C1-41F1-828E-7288DC117E64}" type="pres">
      <dgm:prSet presAssocID="{FDAC3DD4-B8F2-4B33-ABB2-96DC72A8500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62ABB854-C18C-417E-BB86-2B63FEE7FABE}" type="pres">
      <dgm:prSet presAssocID="{FDAC3DD4-B8F2-4B33-ABB2-96DC72A85004}" presName="spaceRect" presStyleCnt="0"/>
      <dgm:spPr/>
    </dgm:pt>
    <dgm:pt modelId="{F085321B-A97A-4CCA-B476-0611C63A89FD}" type="pres">
      <dgm:prSet presAssocID="{FDAC3DD4-B8F2-4B33-ABB2-96DC72A8500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3CD3809-B5A5-4293-B843-E0138804E262}" srcId="{7DEFC4F5-762B-42AE-A418-8D079D7A72A8}" destId="{8C2509B0-0B1E-4A3E-83F1-F013EABB8AC4}" srcOrd="3" destOrd="0" parTransId="{9222AC11-65EC-44EF-8F68-0574E2C770DA}" sibTransId="{3E173565-EE11-4BAD-AC91-C66470AB4EF0}"/>
    <dgm:cxn modelId="{512D8519-7945-4C26-B8D8-14AD536A9B5D}" type="presOf" srcId="{FDAC3DD4-B8F2-4B33-ABB2-96DC72A85004}" destId="{F085321B-A97A-4CCA-B476-0611C63A89FD}" srcOrd="0" destOrd="0" presId="urn:microsoft.com/office/officeart/2018/2/layout/IconVerticalSolidList"/>
    <dgm:cxn modelId="{495BDB36-91B4-4C33-9012-8B9C92133F02}" srcId="{7DEFC4F5-762B-42AE-A418-8D079D7A72A8}" destId="{BB218D32-0BE2-4E12-B59A-9B1790A4EDF1}" srcOrd="1" destOrd="0" parTransId="{EFB7A53E-8243-4587-A7DC-E4BCB0BCC16C}" sibTransId="{665A37B8-2ECB-421B-8D43-820B98227A48}"/>
    <dgm:cxn modelId="{E283ED38-53CF-4ED6-A9C2-62DC1A645D93}" type="presOf" srcId="{BB218D32-0BE2-4E12-B59A-9B1790A4EDF1}" destId="{9D749910-BAB0-4038-B529-6BA9AD0DDDD3}" srcOrd="0" destOrd="0" presId="urn:microsoft.com/office/officeart/2018/2/layout/IconVerticalSolidList"/>
    <dgm:cxn modelId="{12698939-C4EE-4BFF-AD66-261A1CAECDCD}" type="presOf" srcId="{1A68E6A5-A9E0-4FB4-B757-217977988D1F}" destId="{3BDD0589-F911-4333-B594-7A3BCCE5D201}" srcOrd="0" destOrd="0" presId="urn:microsoft.com/office/officeart/2018/2/layout/IconVerticalSolidList"/>
    <dgm:cxn modelId="{AE47324C-6754-40EC-935B-35229EEB8CE4}" srcId="{7DEFC4F5-762B-42AE-A418-8D079D7A72A8}" destId="{A511C709-39B7-4AF8-8417-C3C1B7D5307D}" srcOrd="0" destOrd="0" parTransId="{B6331873-BEB5-446A-A59E-5EDB22D7E04B}" sibTransId="{CE081EFD-DE43-40B8-A222-EA544F5376D7}"/>
    <dgm:cxn modelId="{248BF16F-18BB-4CAB-93F4-22D9F23D9CB9}" srcId="{7DEFC4F5-762B-42AE-A418-8D079D7A72A8}" destId="{1A68E6A5-A9E0-4FB4-B757-217977988D1F}" srcOrd="2" destOrd="0" parTransId="{323169C8-918C-4205-9590-C7639912AC75}" sibTransId="{ECE0D7DB-CABF-4A54-8D44-D255A880B354}"/>
    <dgm:cxn modelId="{47024372-5631-4C9C-835B-282326F7D494}" srcId="{7DEFC4F5-762B-42AE-A418-8D079D7A72A8}" destId="{FDAC3DD4-B8F2-4B33-ABB2-96DC72A85004}" srcOrd="4" destOrd="0" parTransId="{81E19746-56FF-4B12-9ACF-A8C8100349C8}" sibTransId="{486FC406-1FB0-4D4F-887F-B5EC90B56E8E}"/>
    <dgm:cxn modelId="{A82E4B58-F463-4A1F-A0E2-B15A13886BDC}" type="presOf" srcId="{A511C709-39B7-4AF8-8417-C3C1B7D5307D}" destId="{C1695F62-BC2D-4D48-9240-9C14C3B463BC}" srcOrd="0" destOrd="0" presId="urn:microsoft.com/office/officeart/2018/2/layout/IconVerticalSolidList"/>
    <dgm:cxn modelId="{48E26FAC-DF0A-43C0-A7B3-9EAFFCB852F5}" type="presOf" srcId="{8C2509B0-0B1E-4A3E-83F1-F013EABB8AC4}" destId="{7ED8A2A1-6DD7-4C54-A7BB-E6580628C3E4}" srcOrd="0" destOrd="0" presId="urn:microsoft.com/office/officeart/2018/2/layout/IconVerticalSolidList"/>
    <dgm:cxn modelId="{18F40DAD-0B0D-4F1F-8404-B23369C5070F}" type="presOf" srcId="{7DEFC4F5-762B-42AE-A418-8D079D7A72A8}" destId="{8FF9B638-99F1-40C8-BF3E-100C29779CB5}" srcOrd="0" destOrd="0" presId="urn:microsoft.com/office/officeart/2018/2/layout/IconVerticalSolidList"/>
    <dgm:cxn modelId="{808234F3-7425-47FA-AD39-9C59110C2562}" type="presParOf" srcId="{8FF9B638-99F1-40C8-BF3E-100C29779CB5}" destId="{AC1A0233-7D51-48DF-B43A-66802EC912DC}" srcOrd="0" destOrd="0" presId="urn:microsoft.com/office/officeart/2018/2/layout/IconVerticalSolidList"/>
    <dgm:cxn modelId="{01C36A5E-8016-4EBE-AC5B-782688687FE8}" type="presParOf" srcId="{AC1A0233-7D51-48DF-B43A-66802EC912DC}" destId="{6E482A36-BCB0-4BBD-A13E-049CD2AB56DB}" srcOrd="0" destOrd="0" presId="urn:microsoft.com/office/officeart/2018/2/layout/IconVerticalSolidList"/>
    <dgm:cxn modelId="{53668744-47E2-4EFD-A473-D01CF3EB6FBE}" type="presParOf" srcId="{AC1A0233-7D51-48DF-B43A-66802EC912DC}" destId="{278DCC02-5EC7-43FB-AEED-4595258A3519}" srcOrd="1" destOrd="0" presId="urn:microsoft.com/office/officeart/2018/2/layout/IconVerticalSolidList"/>
    <dgm:cxn modelId="{35E02084-7C53-4BC2-B73A-1BD78285F381}" type="presParOf" srcId="{AC1A0233-7D51-48DF-B43A-66802EC912DC}" destId="{35821230-06FE-4C87-84FD-B0725770D402}" srcOrd="2" destOrd="0" presId="urn:microsoft.com/office/officeart/2018/2/layout/IconVerticalSolidList"/>
    <dgm:cxn modelId="{FA31C31A-D3DA-4782-B092-44D65F5323E2}" type="presParOf" srcId="{AC1A0233-7D51-48DF-B43A-66802EC912DC}" destId="{C1695F62-BC2D-4D48-9240-9C14C3B463BC}" srcOrd="3" destOrd="0" presId="urn:microsoft.com/office/officeart/2018/2/layout/IconVerticalSolidList"/>
    <dgm:cxn modelId="{F08FDB8A-E227-4EC8-9046-F827AC5307EA}" type="presParOf" srcId="{8FF9B638-99F1-40C8-BF3E-100C29779CB5}" destId="{4D3282EA-9D91-442A-87FE-B8D5588CB743}" srcOrd="1" destOrd="0" presId="urn:microsoft.com/office/officeart/2018/2/layout/IconVerticalSolidList"/>
    <dgm:cxn modelId="{B69627FC-AE2B-465B-8BEB-C86DE4F5C410}" type="presParOf" srcId="{8FF9B638-99F1-40C8-BF3E-100C29779CB5}" destId="{AF4A43DB-6690-4857-AEE1-5D6917DA9CF0}" srcOrd="2" destOrd="0" presId="urn:microsoft.com/office/officeart/2018/2/layout/IconVerticalSolidList"/>
    <dgm:cxn modelId="{5277A44B-320E-4151-8E08-BB9B18C20F53}" type="presParOf" srcId="{AF4A43DB-6690-4857-AEE1-5D6917DA9CF0}" destId="{AD45E7FA-703D-4DCE-B43D-20A57C67E361}" srcOrd="0" destOrd="0" presId="urn:microsoft.com/office/officeart/2018/2/layout/IconVerticalSolidList"/>
    <dgm:cxn modelId="{45C537C3-FECC-4462-9B96-6344AD99D5A9}" type="presParOf" srcId="{AF4A43DB-6690-4857-AEE1-5D6917DA9CF0}" destId="{E9DAA1B4-C06E-4196-9B5E-45FC1DB6F91D}" srcOrd="1" destOrd="0" presId="urn:microsoft.com/office/officeart/2018/2/layout/IconVerticalSolidList"/>
    <dgm:cxn modelId="{5E7E36F5-2404-4846-81E7-11B535FEAEC9}" type="presParOf" srcId="{AF4A43DB-6690-4857-AEE1-5D6917DA9CF0}" destId="{36C7A3BE-4C88-45BC-9577-4A43A08F0E3F}" srcOrd="2" destOrd="0" presId="urn:microsoft.com/office/officeart/2018/2/layout/IconVerticalSolidList"/>
    <dgm:cxn modelId="{2B038513-D506-4D6B-A85B-5A0F77EAD957}" type="presParOf" srcId="{AF4A43DB-6690-4857-AEE1-5D6917DA9CF0}" destId="{9D749910-BAB0-4038-B529-6BA9AD0DDDD3}" srcOrd="3" destOrd="0" presId="urn:microsoft.com/office/officeart/2018/2/layout/IconVerticalSolidList"/>
    <dgm:cxn modelId="{3C7B64A2-38B0-4AF9-BD68-0F700E1835A2}" type="presParOf" srcId="{8FF9B638-99F1-40C8-BF3E-100C29779CB5}" destId="{17239411-05DF-49AE-A0CC-F102BDBA6420}" srcOrd="3" destOrd="0" presId="urn:microsoft.com/office/officeart/2018/2/layout/IconVerticalSolidList"/>
    <dgm:cxn modelId="{124A14F7-1ED8-475B-85AD-D0F0C0B14A8E}" type="presParOf" srcId="{8FF9B638-99F1-40C8-BF3E-100C29779CB5}" destId="{68D23D9E-F8A8-4354-B362-6524C561D798}" srcOrd="4" destOrd="0" presId="urn:microsoft.com/office/officeart/2018/2/layout/IconVerticalSolidList"/>
    <dgm:cxn modelId="{AC9F43C5-A7CE-425E-8DB8-ABF6714B0023}" type="presParOf" srcId="{68D23D9E-F8A8-4354-B362-6524C561D798}" destId="{86418BBB-FB44-4FAD-AB94-9EF0AA77D142}" srcOrd="0" destOrd="0" presId="urn:microsoft.com/office/officeart/2018/2/layout/IconVerticalSolidList"/>
    <dgm:cxn modelId="{F44CDD1E-B131-41EC-A041-5517DDA06943}" type="presParOf" srcId="{68D23D9E-F8A8-4354-B362-6524C561D798}" destId="{BA28A32A-7097-4612-9726-554FD6724BCD}" srcOrd="1" destOrd="0" presId="urn:microsoft.com/office/officeart/2018/2/layout/IconVerticalSolidList"/>
    <dgm:cxn modelId="{29B09897-37C9-48FE-A8C9-3136C7A026A5}" type="presParOf" srcId="{68D23D9E-F8A8-4354-B362-6524C561D798}" destId="{1CD66792-37FE-4017-8DF9-7BDD3BD41E8B}" srcOrd="2" destOrd="0" presId="urn:microsoft.com/office/officeart/2018/2/layout/IconVerticalSolidList"/>
    <dgm:cxn modelId="{18A722E7-95F9-408D-B64D-C5F7C580ACE1}" type="presParOf" srcId="{68D23D9E-F8A8-4354-B362-6524C561D798}" destId="{3BDD0589-F911-4333-B594-7A3BCCE5D201}" srcOrd="3" destOrd="0" presId="urn:microsoft.com/office/officeart/2018/2/layout/IconVerticalSolidList"/>
    <dgm:cxn modelId="{33961841-F631-475A-8F5E-231C0021838E}" type="presParOf" srcId="{8FF9B638-99F1-40C8-BF3E-100C29779CB5}" destId="{8F1A5562-9019-4E06-BBC1-8C1815BAC94F}" srcOrd="5" destOrd="0" presId="urn:microsoft.com/office/officeart/2018/2/layout/IconVerticalSolidList"/>
    <dgm:cxn modelId="{E848DE49-1E34-46CE-8905-BD57BD135872}" type="presParOf" srcId="{8FF9B638-99F1-40C8-BF3E-100C29779CB5}" destId="{8F4715DF-9C9F-4688-A7B3-BCB311CB8466}" srcOrd="6" destOrd="0" presId="urn:microsoft.com/office/officeart/2018/2/layout/IconVerticalSolidList"/>
    <dgm:cxn modelId="{FB4C7257-74F1-4395-AD58-2DECCCF91E25}" type="presParOf" srcId="{8F4715DF-9C9F-4688-A7B3-BCB311CB8466}" destId="{652FEFF3-BDEE-456D-9293-10DB9FA9BD37}" srcOrd="0" destOrd="0" presId="urn:microsoft.com/office/officeart/2018/2/layout/IconVerticalSolidList"/>
    <dgm:cxn modelId="{CCEC829C-B6B4-4FA2-822D-E3389ACA7891}" type="presParOf" srcId="{8F4715DF-9C9F-4688-A7B3-BCB311CB8466}" destId="{035084D2-0138-4AA3-AD58-21253C594784}" srcOrd="1" destOrd="0" presId="urn:microsoft.com/office/officeart/2018/2/layout/IconVerticalSolidList"/>
    <dgm:cxn modelId="{BF8763DB-CC1B-435B-845D-0288E81AAE11}" type="presParOf" srcId="{8F4715DF-9C9F-4688-A7B3-BCB311CB8466}" destId="{6C5525ED-BD46-4336-AD64-F4B7A1BF6B50}" srcOrd="2" destOrd="0" presId="urn:microsoft.com/office/officeart/2018/2/layout/IconVerticalSolidList"/>
    <dgm:cxn modelId="{05C583B5-89E0-49BB-A69C-0C55D9EC3A10}" type="presParOf" srcId="{8F4715DF-9C9F-4688-A7B3-BCB311CB8466}" destId="{7ED8A2A1-6DD7-4C54-A7BB-E6580628C3E4}" srcOrd="3" destOrd="0" presId="urn:microsoft.com/office/officeart/2018/2/layout/IconVerticalSolidList"/>
    <dgm:cxn modelId="{16F4B938-5BC0-44A5-96BD-1D577D4FAB05}" type="presParOf" srcId="{8FF9B638-99F1-40C8-BF3E-100C29779CB5}" destId="{2F1C2843-D55D-46B5-9450-2B634F938959}" srcOrd="7" destOrd="0" presId="urn:microsoft.com/office/officeart/2018/2/layout/IconVerticalSolidList"/>
    <dgm:cxn modelId="{057A0B84-8C7D-499C-93DA-DAAC4BE77EF0}" type="presParOf" srcId="{8FF9B638-99F1-40C8-BF3E-100C29779CB5}" destId="{FAAC7607-0E62-4456-968F-64FE7F1687E4}" srcOrd="8" destOrd="0" presId="urn:microsoft.com/office/officeart/2018/2/layout/IconVerticalSolidList"/>
    <dgm:cxn modelId="{26E1B8E5-4007-451F-9D85-2295A97B4ACB}" type="presParOf" srcId="{FAAC7607-0E62-4456-968F-64FE7F1687E4}" destId="{097ED887-671C-47A5-B25F-FA551ACE8ED1}" srcOrd="0" destOrd="0" presId="urn:microsoft.com/office/officeart/2018/2/layout/IconVerticalSolidList"/>
    <dgm:cxn modelId="{24A9439D-8865-4FF6-A580-6E9633477310}" type="presParOf" srcId="{FAAC7607-0E62-4456-968F-64FE7F1687E4}" destId="{99822875-70C1-41F1-828E-7288DC117E64}" srcOrd="1" destOrd="0" presId="urn:microsoft.com/office/officeart/2018/2/layout/IconVerticalSolidList"/>
    <dgm:cxn modelId="{10FD8A58-68E4-41D1-B0EC-47D688B8E24F}" type="presParOf" srcId="{FAAC7607-0E62-4456-968F-64FE7F1687E4}" destId="{62ABB854-C18C-417E-BB86-2B63FEE7FABE}" srcOrd="2" destOrd="0" presId="urn:microsoft.com/office/officeart/2018/2/layout/IconVerticalSolidList"/>
    <dgm:cxn modelId="{CC8D1E10-F16E-48E3-8774-F5DD2D6885AA}" type="presParOf" srcId="{FAAC7607-0E62-4456-968F-64FE7F1687E4}" destId="{F085321B-A97A-4CCA-B476-0611C63A89F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FD1AB47-F9AE-4271-AA96-F82B24DD056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E9447E2-8F21-4DF5-93F1-DFD1472ABF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solidFill>
                <a:schemeClr val="bg1"/>
              </a:solidFill>
            </a:rPr>
            <a:t>K-Means Clustering:</a:t>
          </a:r>
          <a:r>
            <a:rPr lang="en-US" dirty="0">
              <a:solidFill>
                <a:schemeClr val="bg1"/>
              </a:solidFill>
            </a:rPr>
            <a:t> This algorithm partitions the data into a specified number (k) of clusters by iteratively assigning data points to the nearest cluster center (centroid).</a:t>
          </a:r>
        </a:p>
      </dgm:t>
    </dgm:pt>
    <dgm:pt modelId="{F9EAC470-3125-4184-8EAD-D54E7884328C}" type="parTrans" cxnId="{A7460E7B-FCAC-427F-827A-486B5222F445}">
      <dgm:prSet/>
      <dgm:spPr/>
      <dgm:t>
        <a:bodyPr/>
        <a:lstStyle/>
        <a:p>
          <a:endParaRPr lang="en-US"/>
        </a:p>
      </dgm:t>
    </dgm:pt>
    <dgm:pt modelId="{EB4164AC-E8A0-4CFE-B493-3C53E2E570A3}" type="sibTrans" cxnId="{A7460E7B-FCAC-427F-827A-486B5222F445}">
      <dgm:prSet/>
      <dgm:spPr/>
      <dgm:t>
        <a:bodyPr/>
        <a:lstStyle/>
        <a:p>
          <a:endParaRPr lang="en-US"/>
        </a:p>
      </dgm:t>
    </dgm:pt>
    <dgm:pt modelId="{FF932D96-1BF3-4FF8-A393-4580F38F8E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solidFill>
                <a:schemeClr val="bg1"/>
              </a:solidFill>
            </a:rPr>
            <a:t>Hierarchical Clustering:</a:t>
          </a:r>
          <a:r>
            <a:rPr lang="en-US" dirty="0">
              <a:solidFill>
                <a:schemeClr val="bg1"/>
              </a:solidFill>
            </a:rPr>
            <a:t> Hierarchical clustering builds a hierarchy of clusters by either starting with each data point as its own cluster and merging them or by starting with all data points in a single cluster and recursively dividing them into smaller clusters.</a:t>
          </a:r>
        </a:p>
      </dgm:t>
    </dgm:pt>
    <dgm:pt modelId="{2757B7AD-27AE-4C7B-8551-55B226F6ACD0}" type="parTrans" cxnId="{FD9624BE-FE51-40B6-84FD-550FB86EF72E}">
      <dgm:prSet/>
      <dgm:spPr/>
      <dgm:t>
        <a:bodyPr/>
        <a:lstStyle/>
        <a:p>
          <a:endParaRPr lang="en-US"/>
        </a:p>
      </dgm:t>
    </dgm:pt>
    <dgm:pt modelId="{F69ABB21-2465-46EA-8531-0B7B936C5DF2}" type="sibTrans" cxnId="{FD9624BE-FE51-40B6-84FD-550FB86EF72E}">
      <dgm:prSet/>
      <dgm:spPr/>
      <dgm:t>
        <a:bodyPr/>
        <a:lstStyle/>
        <a:p>
          <a:endParaRPr lang="en-US"/>
        </a:p>
      </dgm:t>
    </dgm:pt>
    <dgm:pt modelId="{456CD017-FB50-4C04-89E3-05DAF75BBB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solidFill>
                <a:schemeClr val="bg1"/>
              </a:solidFill>
            </a:rPr>
            <a:t>DBSCAN (Density-Based Spatial Clustering of Applications with Noise):</a:t>
          </a:r>
          <a:r>
            <a:rPr lang="en-US" dirty="0">
              <a:solidFill>
                <a:schemeClr val="bg1"/>
              </a:solidFill>
            </a:rPr>
            <a:t> DBSCAN groups together data points that are closely packed together while considering regions with lower data density as noise.</a:t>
          </a:r>
        </a:p>
      </dgm:t>
    </dgm:pt>
    <dgm:pt modelId="{4D9E233C-700C-4D6D-9FED-6660281FFDBA}" type="parTrans" cxnId="{1BA018D2-85CD-4082-AD6E-900F9056845E}">
      <dgm:prSet/>
      <dgm:spPr/>
      <dgm:t>
        <a:bodyPr/>
        <a:lstStyle/>
        <a:p>
          <a:endParaRPr lang="en-US"/>
        </a:p>
      </dgm:t>
    </dgm:pt>
    <dgm:pt modelId="{83DF358C-B612-4ED0-A6B2-26D089DA7EE3}" type="sibTrans" cxnId="{1BA018D2-85CD-4082-AD6E-900F9056845E}">
      <dgm:prSet/>
      <dgm:spPr/>
      <dgm:t>
        <a:bodyPr/>
        <a:lstStyle/>
        <a:p>
          <a:endParaRPr lang="en-US"/>
        </a:p>
      </dgm:t>
    </dgm:pt>
    <dgm:pt modelId="{7A8B0456-0073-4272-B950-3B1DD1659729}" type="pres">
      <dgm:prSet presAssocID="{5FD1AB47-F9AE-4271-AA96-F82B24DD0564}" presName="root" presStyleCnt="0">
        <dgm:presLayoutVars>
          <dgm:dir/>
          <dgm:resizeHandles val="exact"/>
        </dgm:presLayoutVars>
      </dgm:prSet>
      <dgm:spPr/>
    </dgm:pt>
    <dgm:pt modelId="{64A7F237-D806-4A6F-B94A-A4451B431344}" type="pres">
      <dgm:prSet presAssocID="{4E9447E2-8F21-4DF5-93F1-DFD1472ABF75}" presName="compNode" presStyleCnt="0"/>
      <dgm:spPr/>
    </dgm:pt>
    <dgm:pt modelId="{064FFF27-560B-42E0-8733-4A9FB21F0DE5}" type="pres">
      <dgm:prSet presAssocID="{4E9447E2-8F21-4DF5-93F1-DFD1472ABF75}" presName="bgRect" presStyleLbl="bgShp" presStyleIdx="0" presStyleCnt="3"/>
      <dgm:spPr/>
    </dgm:pt>
    <dgm:pt modelId="{4B602F14-4C14-477B-BF26-84726B488F48}" type="pres">
      <dgm:prSet presAssocID="{4E9447E2-8F21-4DF5-93F1-DFD1472ABF7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213CAC95-1E5E-4862-9C6E-82E9191D8F07}" type="pres">
      <dgm:prSet presAssocID="{4E9447E2-8F21-4DF5-93F1-DFD1472ABF75}" presName="spaceRect" presStyleCnt="0"/>
      <dgm:spPr/>
    </dgm:pt>
    <dgm:pt modelId="{00AA8C7A-599E-4C00-A3F7-D43429B371D8}" type="pres">
      <dgm:prSet presAssocID="{4E9447E2-8F21-4DF5-93F1-DFD1472ABF75}" presName="parTx" presStyleLbl="revTx" presStyleIdx="0" presStyleCnt="3">
        <dgm:presLayoutVars>
          <dgm:chMax val="0"/>
          <dgm:chPref val="0"/>
        </dgm:presLayoutVars>
      </dgm:prSet>
      <dgm:spPr/>
    </dgm:pt>
    <dgm:pt modelId="{1FE6DAAF-8E90-470D-9EA5-56AEFFEC79B8}" type="pres">
      <dgm:prSet presAssocID="{EB4164AC-E8A0-4CFE-B493-3C53E2E570A3}" presName="sibTrans" presStyleCnt="0"/>
      <dgm:spPr/>
    </dgm:pt>
    <dgm:pt modelId="{4A9B5E52-082E-43FF-9DCD-E51B1F7C8753}" type="pres">
      <dgm:prSet presAssocID="{FF932D96-1BF3-4FF8-A393-4580F38F8EFD}" presName="compNode" presStyleCnt="0"/>
      <dgm:spPr/>
    </dgm:pt>
    <dgm:pt modelId="{209A0BAB-FD64-4B06-B221-1E1A510361FB}" type="pres">
      <dgm:prSet presAssocID="{FF932D96-1BF3-4FF8-A393-4580F38F8EFD}" presName="bgRect" presStyleLbl="bgShp" presStyleIdx="1" presStyleCnt="3"/>
      <dgm:spPr/>
    </dgm:pt>
    <dgm:pt modelId="{367C36A6-69A5-4B8D-97C3-827887B41283}" type="pres">
      <dgm:prSet presAssocID="{FF932D96-1BF3-4FF8-A393-4580F38F8EF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1484515C-B22A-4ECD-9E3D-738C5E3EDD90}" type="pres">
      <dgm:prSet presAssocID="{FF932D96-1BF3-4FF8-A393-4580F38F8EFD}" presName="spaceRect" presStyleCnt="0"/>
      <dgm:spPr/>
    </dgm:pt>
    <dgm:pt modelId="{36D65B20-D8E3-4491-A936-23DCA06F52EB}" type="pres">
      <dgm:prSet presAssocID="{FF932D96-1BF3-4FF8-A393-4580F38F8EFD}" presName="parTx" presStyleLbl="revTx" presStyleIdx="1" presStyleCnt="3">
        <dgm:presLayoutVars>
          <dgm:chMax val="0"/>
          <dgm:chPref val="0"/>
        </dgm:presLayoutVars>
      </dgm:prSet>
      <dgm:spPr/>
    </dgm:pt>
    <dgm:pt modelId="{1E8123DC-BFD7-4B78-A462-D339C00C35EF}" type="pres">
      <dgm:prSet presAssocID="{F69ABB21-2465-46EA-8531-0B7B936C5DF2}" presName="sibTrans" presStyleCnt="0"/>
      <dgm:spPr/>
    </dgm:pt>
    <dgm:pt modelId="{CE9FF121-1F84-4F09-AABF-11AE993F7C30}" type="pres">
      <dgm:prSet presAssocID="{456CD017-FB50-4C04-89E3-05DAF75BBBF4}" presName="compNode" presStyleCnt="0"/>
      <dgm:spPr/>
    </dgm:pt>
    <dgm:pt modelId="{F6CADCB7-2187-4759-9315-B1F8E40F6B45}" type="pres">
      <dgm:prSet presAssocID="{456CD017-FB50-4C04-89E3-05DAF75BBBF4}" presName="bgRect" presStyleLbl="bgShp" presStyleIdx="2" presStyleCnt="3"/>
      <dgm:spPr/>
    </dgm:pt>
    <dgm:pt modelId="{CB91195C-6D99-404C-A091-4B26CF82C7AC}" type="pres">
      <dgm:prSet presAssocID="{456CD017-FB50-4C04-89E3-05DAF75BBBF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C4DFC02-505D-4423-B82F-40C76E93A6B9}" type="pres">
      <dgm:prSet presAssocID="{456CD017-FB50-4C04-89E3-05DAF75BBBF4}" presName="spaceRect" presStyleCnt="0"/>
      <dgm:spPr/>
    </dgm:pt>
    <dgm:pt modelId="{F61CAD54-9858-41C2-A522-BC95F50FC814}" type="pres">
      <dgm:prSet presAssocID="{456CD017-FB50-4C04-89E3-05DAF75BBBF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AF70712-F43B-4501-B1E2-86A5DCC43038}" type="presOf" srcId="{FF932D96-1BF3-4FF8-A393-4580F38F8EFD}" destId="{36D65B20-D8E3-4491-A936-23DCA06F52EB}" srcOrd="0" destOrd="0" presId="urn:microsoft.com/office/officeart/2018/2/layout/IconVerticalSolidList"/>
    <dgm:cxn modelId="{37D0942D-53ED-4A6E-BD6D-8E89E1A5EE6F}" type="presOf" srcId="{456CD017-FB50-4C04-89E3-05DAF75BBBF4}" destId="{F61CAD54-9858-41C2-A522-BC95F50FC814}" srcOrd="0" destOrd="0" presId="urn:microsoft.com/office/officeart/2018/2/layout/IconVerticalSolidList"/>
    <dgm:cxn modelId="{A7460E7B-FCAC-427F-827A-486B5222F445}" srcId="{5FD1AB47-F9AE-4271-AA96-F82B24DD0564}" destId="{4E9447E2-8F21-4DF5-93F1-DFD1472ABF75}" srcOrd="0" destOrd="0" parTransId="{F9EAC470-3125-4184-8EAD-D54E7884328C}" sibTransId="{EB4164AC-E8A0-4CFE-B493-3C53E2E570A3}"/>
    <dgm:cxn modelId="{E6A2969B-C53F-476B-B02C-5518A8D6773F}" type="presOf" srcId="{4E9447E2-8F21-4DF5-93F1-DFD1472ABF75}" destId="{00AA8C7A-599E-4C00-A3F7-D43429B371D8}" srcOrd="0" destOrd="0" presId="urn:microsoft.com/office/officeart/2018/2/layout/IconVerticalSolidList"/>
    <dgm:cxn modelId="{FD9624BE-FE51-40B6-84FD-550FB86EF72E}" srcId="{5FD1AB47-F9AE-4271-AA96-F82B24DD0564}" destId="{FF932D96-1BF3-4FF8-A393-4580F38F8EFD}" srcOrd="1" destOrd="0" parTransId="{2757B7AD-27AE-4C7B-8551-55B226F6ACD0}" sibTransId="{F69ABB21-2465-46EA-8531-0B7B936C5DF2}"/>
    <dgm:cxn modelId="{026333CC-A000-4A45-B570-42C79C5290D0}" type="presOf" srcId="{5FD1AB47-F9AE-4271-AA96-F82B24DD0564}" destId="{7A8B0456-0073-4272-B950-3B1DD1659729}" srcOrd="0" destOrd="0" presId="urn:microsoft.com/office/officeart/2018/2/layout/IconVerticalSolidList"/>
    <dgm:cxn modelId="{1BA018D2-85CD-4082-AD6E-900F9056845E}" srcId="{5FD1AB47-F9AE-4271-AA96-F82B24DD0564}" destId="{456CD017-FB50-4C04-89E3-05DAF75BBBF4}" srcOrd="2" destOrd="0" parTransId="{4D9E233C-700C-4D6D-9FED-6660281FFDBA}" sibTransId="{83DF358C-B612-4ED0-A6B2-26D089DA7EE3}"/>
    <dgm:cxn modelId="{66393979-C3E8-48E8-9B4F-A1E2CD124099}" type="presParOf" srcId="{7A8B0456-0073-4272-B950-3B1DD1659729}" destId="{64A7F237-D806-4A6F-B94A-A4451B431344}" srcOrd="0" destOrd="0" presId="urn:microsoft.com/office/officeart/2018/2/layout/IconVerticalSolidList"/>
    <dgm:cxn modelId="{2B606B7F-110F-4823-A2A5-FB38F6135CFD}" type="presParOf" srcId="{64A7F237-D806-4A6F-B94A-A4451B431344}" destId="{064FFF27-560B-42E0-8733-4A9FB21F0DE5}" srcOrd="0" destOrd="0" presId="urn:microsoft.com/office/officeart/2018/2/layout/IconVerticalSolidList"/>
    <dgm:cxn modelId="{D75366B3-04F3-424D-B60A-085997F03ED0}" type="presParOf" srcId="{64A7F237-D806-4A6F-B94A-A4451B431344}" destId="{4B602F14-4C14-477B-BF26-84726B488F48}" srcOrd="1" destOrd="0" presId="urn:microsoft.com/office/officeart/2018/2/layout/IconVerticalSolidList"/>
    <dgm:cxn modelId="{F85E09D7-26CD-4D3B-B14F-ECA2A82D0956}" type="presParOf" srcId="{64A7F237-D806-4A6F-B94A-A4451B431344}" destId="{213CAC95-1E5E-4862-9C6E-82E9191D8F07}" srcOrd="2" destOrd="0" presId="urn:microsoft.com/office/officeart/2018/2/layout/IconVerticalSolidList"/>
    <dgm:cxn modelId="{496BBFB9-056D-4DE1-8372-AA5846682674}" type="presParOf" srcId="{64A7F237-D806-4A6F-B94A-A4451B431344}" destId="{00AA8C7A-599E-4C00-A3F7-D43429B371D8}" srcOrd="3" destOrd="0" presId="urn:microsoft.com/office/officeart/2018/2/layout/IconVerticalSolidList"/>
    <dgm:cxn modelId="{1D27ED11-FF4E-4A1A-B1F7-78297B4937C1}" type="presParOf" srcId="{7A8B0456-0073-4272-B950-3B1DD1659729}" destId="{1FE6DAAF-8E90-470D-9EA5-56AEFFEC79B8}" srcOrd="1" destOrd="0" presId="urn:microsoft.com/office/officeart/2018/2/layout/IconVerticalSolidList"/>
    <dgm:cxn modelId="{973CCDA7-489C-4303-BD57-03EFBFADAB97}" type="presParOf" srcId="{7A8B0456-0073-4272-B950-3B1DD1659729}" destId="{4A9B5E52-082E-43FF-9DCD-E51B1F7C8753}" srcOrd="2" destOrd="0" presId="urn:microsoft.com/office/officeart/2018/2/layout/IconVerticalSolidList"/>
    <dgm:cxn modelId="{EC7DFCC6-D7C1-4258-9094-6B42568EFA8F}" type="presParOf" srcId="{4A9B5E52-082E-43FF-9DCD-E51B1F7C8753}" destId="{209A0BAB-FD64-4B06-B221-1E1A510361FB}" srcOrd="0" destOrd="0" presId="urn:microsoft.com/office/officeart/2018/2/layout/IconVerticalSolidList"/>
    <dgm:cxn modelId="{DCD666A9-5454-4026-A588-A4A1FAF888C1}" type="presParOf" srcId="{4A9B5E52-082E-43FF-9DCD-E51B1F7C8753}" destId="{367C36A6-69A5-4B8D-97C3-827887B41283}" srcOrd="1" destOrd="0" presId="urn:microsoft.com/office/officeart/2018/2/layout/IconVerticalSolidList"/>
    <dgm:cxn modelId="{91B7E2D6-75F7-420D-9C58-9331222B18A4}" type="presParOf" srcId="{4A9B5E52-082E-43FF-9DCD-E51B1F7C8753}" destId="{1484515C-B22A-4ECD-9E3D-738C5E3EDD90}" srcOrd="2" destOrd="0" presId="urn:microsoft.com/office/officeart/2018/2/layout/IconVerticalSolidList"/>
    <dgm:cxn modelId="{B922E6A8-44BE-427D-A5B5-C6788658358B}" type="presParOf" srcId="{4A9B5E52-082E-43FF-9DCD-E51B1F7C8753}" destId="{36D65B20-D8E3-4491-A936-23DCA06F52EB}" srcOrd="3" destOrd="0" presId="urn:microsoft.com/office/officeart/2018/2/layout/IconVerticalSolidList"/>
    <dgm:cxn modelId="{0C70E5ED-9B36-4358-A2FE-0A4708FB2148}" type="presParOf" srcId="{7A8B0456-0073-4272-B950-3B1DD1659729}" destId="{1E8123DC-BFD7-4B78-A462-D339C00C35EF}" srcOrd="3" destOrd="0" presId="urn:microsoft.com/office/officeart/2018/2/layout/IconVerticalSolidList"/>
    <dgm:cxn modelId="{8ED04B25-EF7E-47FD-882B-161309FA3D82}" type="presParOf" srcId="{7A8B0456-0073-4272-B950-3B1DD1659729}" destId="{CE9FF121-1F84-4F09-AABF-11AE993F7C30}" srcOrd="4" destOrd="0" presId="urn:microsoft.com/office/officeart/2018/2/layout/IconVerticalSolidList"/>
    <dgm:cxn modelId="{9F2FB701-14CC-467B-BB0B-8DE554ACD980}" type="presParOf" srcId="{CE9FF121-1F84-4F09-AABF-11AE993F7C30}" destId="{F6CADCB7-2187-4759-9315-B1F8E40F6B45}" srcOrd="0" destOrd="0" presId="urn:microsoft.com/office/officeart/2018/2/layout/IconVerticalSolidList"/>
    <dgm:cxn modelId="{C60B48E2-4891-4833-865F-A59E7200CB10}" type="presParOf" srcId="{CE9FF121-1F84-4F09-AABF-11AE993F7C30}" destId="{CB91195C-6D99-404C-A091-4B26CF82C7AC}" srcOrd="1" destOrd="0" presId="urn:microsoft.com/office/officeart/2018/2/layout/IconVerticalSolidList"/>
    <dgm:cxn modelId="{1FC8EC4A-9583-47FB-9EDF-559DBDD1B04E}" type="presParOf" srcId="{CE9FF121-1F84-4F09-AABF-11AE993F7C30}" destId="{BC4DFC02-505D-4423-B82F-40C76E93A6B9}" srcOrd="2" destOrd="0" presId="urn:microsoft.com/office/officeart/2018/2/layout/IconVerticalSolidList"/>
    <dgm:cxn modelId="{9F4BE46D-4A51-45E2-9A94-E7AC70C160BC}" type="presParOf" srcId="{CE9FF121-1F84-4F09-AABF-11AE993F7C30}" destId="{F61CAD54-9858-41C2-A522-BC95F50FC81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832ED5C-3D0D-4DA1-87D6-BEBEC985CD63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415E5B9-6FC3-4C5E-AE5E-59AE36036A47}">
      <dgm:prSet/>
      <dgm:spPr/>
      <dgm:t>
        <a:bodyPr/>
        <a:lstStyle/>
        <a:p>
          <a:r>
            <a:rPr lang="en-US"/>
            <a:t>Choose the number of clusters (k) you want to create.</a:t>
          </a:r>
        </a:p>
      </dgm:t>
    </dgm:pt>
    <dgm:pt modelId="{006A4270-7DED-4FA8-82F5-DA11AFA7B17E}" type="parTrans" cxnId="{BECBB015-04A1-4E6E-9E32-2B4E9750C1DF}">
      <dgm:prSet/>
      <dgm:spPr/>
      <dgm:t>
        <a:bodyPr/>
        <a:lstStyle/>
        <a:p>
          <a:endParaRPr lang="en-US"/>
        </a:p>
      </dgm:t>
    </dgm:pt>
    <dgm:pt modelId="{0382414E-87C0-45D6-AEF2-CE6F6CB71DC7}" type="sibTrans" cxnId="{BECBB015-04A1-4E6E-9E32-2B4E9750C1DF}">
      <dgm:prSet/>
      <dgm:spPr/>
      <dgm:t>
        <a:bodyPr/>
        <a:lstStyle/>
        <a:p>
          <a:endParaRPr lang="en-US"/>
        </a:p>
      </dgm:t>
    </dgm:pt>
    <dgm:pt modelId="{F40AB3CD-EEAB-4CAB-9359-2F12F215F3EB}">
      <dgm:prSet/>
      <dgm:spPr/>
      <dgm:t>
        <a:bodyPr/>
        <a:lstStyle/>
        <a:p>
          <a:r>
            <a:rPr lang="en-US"/>
            <a:t>Initialize k cluster centroids randomly by selecting k data points from the dataset. These centroids will serve as the initial cluster centers.</a:t>
          </a:r>
        </a:p>
      </dgm:t>
    </dgm:pt>
    <dgm:pt modelId="{68B0566D-A566-422A-8F92-297B803BC907}" type="parTrans" cxnId="{F04A1261-6455-47A5-ACA2-FBF3C8D19DBB}">
      <dgm:prSet/>
      <dgm:spPr/>
      <dgm:t>
        <a:bodyPr/>
        <a:lstStyle/>
        <a:p>
          <a:endParaRPr lang="en-US"/>
        </a:p>
      </dgm:t>
    </dgm:pt>
    <dgm:pt modelId="{88BD34CD-061F-4FBB-9370-2EAD297082BD}" type="sibTrans" cxnId="{F04A1261-6455-47A5-ACA2-FBF3C8D19DBB}">
      <dgm:prSet/>
      <dgm:spPr/>
      <dgm:t>
        <a:bodyPr/>
        <a:lstStyle/>
        <a:p>
          <a:endParaRPr lang="en-US"/>
        </a:p>
      </dgm:t>
    </dgm:pt>
    <dgm:pt modelId="{D56EAB02-2973-4677-AA08-0FBEBB926B8C}" type="pres">
      <dgm:prSet presAssocID="{8832ED5C-3D0D-4DA1-87D6-BEBEC985CD63}" presName="linear" presStyleCnt="0">
        <dgm:presLayoutVars>
          <dgm:animLvl val="lvl"/>
          <dgm:resizeHandles val="exact"/>
        </dgm:presLayoutVars>
      </dgm:prSet>
      <dgm:spPr/>
    </dgm:pt>
    <dgm:pt modelId="{92FA37C1-B9EC-4025-A3AC-EBF44B5735D2}" type="pres">
      <dgm:prSet presAssocID="{E415E5B9-6FC3-4C5E-AE5E-59AE36036A4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C7F3F3F-CCB3-464F-8EA8-68E5A3CEA771}" type="pres">
      <dgm:prSet presAssocID="{0382414E-87C0-45D6-AEF2-CE6F6CB71DC7}" presName="spacer" presStyleCnt="0"/>
      <dgm:spPr/>
    </dgm:pt>
    <dgm:pt modelId="{75716FF9-3C91-4E82-A6B5-E7E5BE19328B}" type="pres">
      <dgm:prSet presAssocID="{F40AB3CD-EEAB-4CAB-9359-2F12F215F3EB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ECBB015-04A1-4E6E-9E32-2B4E9750C1DF}" srcId="{8832ED5C-3D0D-4DA1-87D6-BEBEC985CD63}" destId="{E415E5B9-6FC3-4C5E-AE5E-59AE36036A47}" srcOrd="0" destOrd="0" parTransId="{006A4270-7DED-4FA8-82F5-DA11AFA7B17E}" sibTransId="{0382414E-87C0-45D6-AEF2-CE6F6CB71DC7}"/>
    <dgm:cxn modelId="{30F0E632-CF70-4B28-8373-57C0F12110E3}" type="presOf" srcId="{E415E5B9-6FC3-4C5E-AE5E-59AE36036A47}" destId="{92FA37C1-B9EC-4025-A3AC-EBF44B5735D2}" srcOrd="0" destOrd="0" presId="urn:microsoft.com/office/officeart/2005/8/layout/vList2"/>
    <dgm:cxn modelId="{F04A1261-6455-47A5-ACA2-FBF3C8D19DBB}" srcId="{8832ED5C-3D0D-4DA1-87D6-BEBEC985CD63}" destId="{F40AB3CD-EEAB-4CAB-9359-2F12F215F3EB}" srcOrd="1" destOrd="0" parTransId="{68B0566D-A566-422A-8F92-297B803BC907}" sibTransId="{88BD34CD-061F-4FBB-9370-2EAD297082BD}"/>
    <dgm:cxn modelId="{5F07EB61-A8E0-4D58-847E-EBFA0BF1A336}" type="presOf" srcId="{8832ED5C-3D0D-4DA1-87D6-BEBEC985CD63}" destId="{D56EAB02-2973-4677-AA08-0FBEBB926B8C}" srcOrd="0" destOrd="0" presId="urn:microsoft.com/office/officeart/2005/8/layout/vList2"/>
    <dgm:cxn modelId="{22F1A5F9-3399-4866-8E9E-922963566612}" type="presOf" srcId="{F40AB3CD-EEAB-4CAB-9359-2F12F215F3EB}" destId="{75716FF9-3C91-4E82-A6B5-E7E5BE19328B}" srcOrd="0" destOrd="0" presId="urn:microsoft.com/office/officeart/2005/8/layout/vList2"/>
    <dgm:cxn modelId="{18457000-D60E-4F80-9A79-5B4E0823C6CC}" type="presParOf" srcId="{D56EAB02-2973-4677-AA08-0FBEBB926B8C}" destId="{92FA37C1-B9EC-4025-A3AC-EBF44B5735D2}" srcOrd="0" destOrd="0" presId="urn:microsoft.com/office/officeart/2005/8/layout/vList2"/>
    <dgm:cxn modelId="{2DAC5DFC-328B-4866-AA83-B0B4B155F534}" type="presParOf" srcId="{D56EAB02-2973-4677-AA08-0FBEBB926B8C}" destId="{1C7F3F3F-CCB3-464F-8EA8-68E5A3CEA771}" srcOrd="1" destOrd="0" presId="urn:microsoft.com/office/officeart/2005/8/layout/vList2"/>
    <dgm:cxn modelId="{919AAE23-C45D-4246-8395-2A3729B9F401}" type="presParOf" srcId="{D56EAB02-2973-4677-AA08-0FBEBB926B8C}" destId="{75716FF9-3C91-4E82-A6B5-E7E5BE19328B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F891E3A-C617-434A-8FBF-EAFF78F5AF36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6A5EE13-2F93-46E1-A430-76C915530844}">
      <dgm:prSet/>
      <dgm:spPr/>
      <dgm:t>
        <a:bodyPr/>
        <a:lstStyle/>
        <a:p>
          <a:r>
            <a:rPr lang="en-US"/>
            <a:t>For each data point in the dataset, calculate the distance </a:t>
          </a:r>
          <a:r>
            <a:rPr lang="en-US" b="1"/>
            <a:t>(USING ANY DISTANCE METRIC)</a:t>
          </a:r>
          <a:r>
            <a:rPr lang="en-US"/>
            <a:t> to each of the k cluster centroids.</a:t>
          </a:r>
        </a:p>
      </dgm:t>
    </dgm:pt>
    <dgm:pt modelId="{B1444887-F42F-4A5B-9CD6-095E28F325FC}" type="parTrans" cxnId="{B5D6FAE8-2A7F-4A41-B369-C448F194EB15}">
      <dgm:prSet/>
      <dgm:spPr/>
      <dgm:t>
        <a:bodyPr/>
        <a:lstStyle/>
        <a:p>
          <a:endParaRPr lang="en-US"/>
        </a:p>
      </dgm:t>
    </dgm:pt>
    <dgm:pt modelId="{C9FAD127-B29A-4857-B2F4-8B3067EBC64C}" type="sibTrans" cxnId="{B5D6FAE8-2A7F-4A41-B369-C448F194EB15}">
      <dgm:prSet/>
      <dgm:spPr/>
      <dgm:t>
        <a:bodyPr/>
        <a:lstStyle/>
        <a:p>
          <a:endParaRPr lang="en-US"/>
        </a:p>
      </dgm:t>
    </dgm:pt>
    <dgm:pt modelId="{FD026E94-0049-4142-AF14-EAC1DEDA5DCD}">
      <dgm:prSet/>
      <dgm:spPr/>
      <dgm:t>
        <a:bodyPr/>
        <a:lstStyle/>
        <a:p>
          <a:r>
            <a:rPr lang="en-US"/>
            <a:t>Assign the data point to the cluster whose centroid is the closest (i.e., the cluster with the minimum distance).</a:t>
          </a:r>
        </a:p>
      </dgm:t>
    </dgm:pt>
    <dgm:pt modelId="{7721A91B-D5D3-458D-88CB-102F6A75C99A}" type="parTrans" cxnId="{37BA3656-E1B5-4CE6-8C3A-C1A4DE0B1FDF}">
      <dgm:prSet/>
      <dgm:spPr/>
      <dgm:t>
        <a:bodyPr/>
        <a:lstStyle/>
        <a:p>
          <a:endParaRPr lang="en-US"/>
        </a:p>
      </dgm:t>
    </dgm:pt>
    <dgm:pt modelId="{EF069F70-6FAF-4B4A-99B7-570B19E51592}" type="sibTrans" cxnId="{37BA3656-E1B5-4CE6-8C3A-C1A4DE0B1FDF}">
      <dgm:prSet/>
      <dgm:spPr/>
      <dgm:t>
        <a:bodyPr/>
        <a:lstStyle/>
        <a:p>
          <a:endParaRPr lang="en-US"/>
        </a:p>
      </dgm:t>
    </dgm:pt>
    <dgm:pt modelId="{00B2CDE5-CE60-4B40-9FA4-E62AB96EC222}" type="pres">
      <dgm:prSet presAssocID="{7F891E3A-C617-434A-8FBF-EAFF78F5AF36}" presName="linear" presStyleCnt="0">
        <dgm:presLayoutVars>
          <dgm:animLvl val="lvl"/>
          <dgm:resizeHandles val="exact"/>
        </dgm:presLayoutVars>
      </dgm:prSet>
      <dgm:spPr/>
    </dgm:pt>
    <dgm:pt modelId="{D4FB0C58-0C43-47D4-A8AA-F5846585561B}" type="pres">
      <dgm:prSet presAssocID="{56A5EE13-2F93-46E1-A430-76C91553084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04E4490-55CC-4090-A4AA-B82C870BEF5A}" type="pres">
      <dgm:prSet presAssocID="{C9FAD127-B29A-4857-B2F4-8B3067EBC64C}" presName="spacer" presStyleCnt="0"/>
      <dgm:spPr/>
    </dgm:pt>
    <dgm:pt modelId="{FD4D8626-336F-48AA-98B9-1C02245E72E8}" type="pres">
      <dgm:prSet presAssocID="{FD026E94-0049-4142-AF14-EAC1DEDA5DC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F09FC454-F60C-40F7-B2D3-BB6D06FFF996}" type="presOf" srcId="{FD026E94-0049-4142-AF14-EAC1DEDA5DCD}" destId="{FD4D8626-336F-48AA-98B9-1C02245E72E8}" srcOrd="0" destOrd="0" presId="urn:microsoft.com/office/officeart/2005/8/layout/vList2"/>
    <dgm:cxn modelId="{37BA3656-E1B5-4CE6-8C3A-C1A4DE0B1FDF}" srcId="{7F891E3A-C617-434A-8FBF-EAFF78F5AF36}" destId="{FD026E94-0049-4142-AF14-EAC1DEDA5DCD}" srcOrd="1" destOrd="0" parTransId="{7721A91B-D5D3-458D-88CB-102F6A75C99A}" sibTransId="{EF069F70-6FAF-4B4A-99B7-570B19E51592}"/>
    <dgm:cxn modelId="{5555BA97-6B9C-48DF-A916-BC4DEE00E3C2}" type="presOf" srcId="{56A5EE13-2F93-46E1-A430-76C915530844}" destId="{D4FB0C58-0C43-47D4-A8AA-F5846585561B}" srcOrd="0" destOrd="0" presId="urn:microsoft.com/office/officeart/2005/8/layout/vList2"/>
    <dgm:cxn modelId="{182837B0-2BEF-48BA-90CC-242FA0ED7CB6}" type="presOf" srcId="{7F891E3A-C617-434A-8FBF-EAFF78F5AF36}" destId="{00B2CDE5-CE60-4B40-9FA4-E62AB96EC222}" srcOrd="0" destOrd="0" presId="urn:microsoft.com/office/officeart/2005/8/layout/vList2"/>
    <dgm:cxn modelId="{B5D6FAE8-2A7F-4A41-B369-C448F194EB15}" srcId="{7F891E3A-C617-434A-8FBF-EAFF78F5AF36}" destId="{56A5EE13-2F93-46E1-A430-76C915530844}" srcOrd="0" destOrd="0" parTransId="{B1444887-F42F-4A5B-9CD6-095E28F325FC}" sibTransId="{C9FAD127-B29A-4857-B2F4-8B3067EBC64C}"/>
    <dgm:cxn modelId="{83C8E372-E960-414D-ABCF-268523DD1067}" type="presParOf" srcId="{00B2CDE5-CE60-4B40-9FA4-E62AB96EC222}" destId="{D4FB0C58-0C43-47D4-A8AA-F5846585561B}" srcOrd="0" destOrd="0" presId="urn:microsoft.com/office/officeart/2005/8/layout/vList2"/>
    <dgm:cxn modelId="{70C27523-5492-455F-BB99-A8011065577D}" type="presParOf" srcId="{00B2CDE5-CE60-4B40-9FA4-E62AB96EC222}" destId="{A04E4490-55CC-4090-A4AA-B82C870BEF5A}" srcOrd="1" destOrd="0" presId="urn:microsoft.com/office/officeart/2005/8/layout/vList2"/>
    <dgm:cxn modelId="{D502C125-23DB-4AF6-818D-BF0816DA6C55}" type="presParOf" srcId="{00B2CDE5-CE60-4B40-9FA4-E62AB96EC222}" destId="{FD4D8626-336F-48AA-98B9-1C02245E72E8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177BCD5-E8FE-47E9-8AD3-DD44C786F63A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284D6D4-85C1-49FE-9437-04761CCE078B}">
      <dgm:prSet/>
      <dgm:spPr/>
      <dgm:t>
        <a:bodyPr/>
        <a:lstStyle/>
        <a:p>
          <a:r>
            <a:rPr lang="en-US"/>
            <a:t>After all data points are assigned to clusters, calculate the mean (average) of the data points in each cluster. This mean becomes the new centroid for that cluster.</a:t>
          </a:r>
        </a:p>
      </dgm:t>
    </dgm:pt>
    <dgm:pt modelId="{25460BB8-294A-4B15-AFED-CC6ABEE5C429}" type="parTrans" cxnId="{E0C4DE11-42AA-4D87-A5EE-1B6F66B1BD5B}">
      <dgm:prSet/>
      <dgm:spPr/>
      <dgm:t>
        <a:bodyPr/>
        <a:lstStyle/>
        <a:p>
          <a:endParaRPr lang="en-US"/>
        </a:p>
      </dgm:t>
    </dgm:pt>
    <dgm:pt modelId="{7B9CC24A-1E1A-400B-BA65-9F3F5D1F4C46}" type="sibTrans" cxnId="{E0C4DE11-42AA-4D87-A5EE-1B6F66B1BD5B}">
      <dgm:prSet/>
      <dgm:spPr/>
      <dgm:t>
        <a:bodyPr/>
        <a:lstStyle/>
        <a:p>
          <a:endParaRPr lang="en-US"/>
        </a:p>
      </dgm:t>
    </dgm:pt>
    <dgm:pt modelId="{FD226AF1-9199-4A71-9B65-D0108FC688BC}">
      <dgm:prSet/>
      <dgm:spPr/>
      <dgm:t>
        <a:bodyPr/>
        <a:lstStyle/>
        <a:p>
          <a:r>
            <a:rPr lang="en-US"/>
            <a:t>Update the cluster centroids to be the newly calculated means.</a:t>
          </a:r>
        </a:p>
      </dgm:t>
    </dgm:pt>
    <dgm:pt modelId="{E024DDFE-B597-4528-B7BB-4957D510D885}" type="parTrans" cxnId="{585DAEAA-5C56-4309-B5A7-CFC23AC8D9D6}">
      <dgm:prSet/>
      <dgm:spPr/>
      <dgm:t>
        <a:bodyPr/>
        <a:lstStyle/>
        <a:p>
          <a:endParaRPr lang="en-US"/>
        </a:p>
      </dgm:t>
    </dgm:pt>
    <dgm:pt modelId="{14856A5B-3C5B-4E21-8496-A17F9A7DB759}" type="sibTrans" cxnId="{585DAEAA-5C56-4309-B5A7-CFC23AC8D9D6}">
      <dgm:prSet/>
      <dgm:spPr/>
      <dgm:t>
        <a:bodyPr/>
        <a:lstStyle/>
        <a:p>
          <a:endParaRPr lang="en-US"/>
        </a:p>
      </dgm:t>
    </dgm:pt>
    <dgm:pt modelId="{327576ED-0933-4BB9-9DBF-DF58C9061B25}" type="pres">
      <dgm:prSet presAssocID="{A177BCD5-E8FE-47E9-8AD3-DD44C786F63A}" presName="linear" presStyleCnt="0">
        <dgm:presLayoutVars>
          <dgm:animLvl val="lvl"/>
          <dgm:resizeHandles val="exact"/>
        </dgm:presLayoutVars>
      </dgm:prSet>
      <dgm:spPr/>
    </dgm:pt>
    <dgm:pt modelId="{83282A54-67E6-4954-B306-2F51D452C9D2}" type="pres">
      <dgm:prSet presAssocID="{7284D6D4-85C1-49FE-9437-04761CCE078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C87B9CF-93B5-46AD-84A9-A3665EE6FB19}" type="pres">
      <dgm:prSet presAssocID="{7B9CC24A-1E1A-400B-BA65-9F3F5D1F4C46}" presName="spacer" presStyleCnt="0"/>
      <dgm:spPr/>
    </dgm:pt>
    <dgm:pt modelId="{1B63FC17-C934-419D-B0A7-CC971C8292B4}" type="pres">
      <dgm:prSet presAssocID="{FD226AF1-9199-4A71-9B65-D0108FC688B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0C4DE11-42AA-4D87-A5EE-1B6F66B1BD5B}" srcId="{A177BCD5-E8FE-47E9-8AD3-DD44C786F63A}" destId="{7284D6D4-85C1-49FE-9437-04761CCE078B}" srcOrd="0" destOrd="0" parTransId="{25460BB8-294A-4B15-AFED-CC6ABEE5C429}" sibTransId="{7B9CC24A-1E1A-400B-BA65-9F3F5D1F4C46}"/>
    <dgm:cxn modelId="{4F16EE23-BFEE-4130-8946-DBA3263EC8D2}" type="presOf" srcId="{7284D6D4-85C1-49FE-9437-04761CCE078B}" destId="{83282A54-67E6-4954-B306-2F51D452C9D2}" srcOrd="0" destOrd="0" presId="urn:microsoft.com/office/officeart/2005/8/layout/vList2"/>
    <dgm:cxn modelId="{585DAEAA-5C56-4309-B5A7-CFC23AC8D9D6}" srcId="{A177BCD5-E8FE-47E9-8AD3-DD44C786F63A}" destId="{FD226AF1-9199-4A71-9B65-D0108FC688BC}" srcOrd="1" destOrd="0" parTransId="{E024DDFE-B597-4528-B7BB-4957D510D885}" sibTransId="{14856A5B-3C5B-4E21-8496-A17F9A7DB759}"/>
    <dgm:cxn modelId="{5A7D49D8-7F88-44B9-98CD-E8035110C551}" type="presOf" srcId="{A177BCD5-E8FE-47E9-8AD3-DD44C786F63A}" destId="{327576ED-0933-4BB9-9DBF-DF58C9061B25}" srcOrd="0" destOrd="0" presId="urn:microsoft.com/office/officeart/2005/8/layout/vList2"/>
    <dgm:cxn modelId="{188271F1-729A-48F7-B40A-9D7CBA863586}" type="presOf" srcId="{FD226AF1-9199-4A71-9B65-D0108FC688BC}" destId="{1B63FC17-C934-419D-B0A7-CC971C8292B4}" srcOrd="0" destOrd="0" presId="urn:microsoft.com/office/officeart/2005/8/layout/vList2"/>
    <dgm:cxn modelId="{85E44179-C862-415B-A8F2-8CDDCC389E90}" type="presParOf" srcId="{327576ED-0933-4BB9-9DBF-DF58C9061B25}" destId="{83282A54-67E6-4954-B306-2F51D452C9D2}" srcOrd="0" destOrd="0" presId="urn:microsoft.com/office/officeart/2005/8/layout/vList2"/>
    <dgm:cxn modelId="{59AB8FE8-1B39-423D-AA38-6D8505FAD627}" type="presParOf" srcId="{327576ED-0933-4BB9-9DBF-DF58C9061B25}" destId="{7C87B9CF-93B5-46AD-84A9-A3665EE6FB19}" srcOrd="1" destOrd="0" presId="urn:microsoft.com/office/officeart/2005/8/layout/vList2"/>
    <dgm:cxn modelId="{629648DF-1493-4543-88E7-BEB1CC7B878A}" type="presParOf" srcId="{327576ED-0933-4BB9-9DBF-DF58C9061B25}" destId="{1B63FC17-C934-419D-B0A7-CC971C8292B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6A58D3E-6EDF-4552-887C-DDAC5D2CEA63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B64F1C2-12D4-4E10-ADE9-D8C485C0E404}">
      <dgm:prSet/>
      <dgm:spPr/>
      <dgm:t>
        <a:bodyPr/>
        <a:lstStyle/>
        <a:p>
          <a:r>
            <a:rPr lang="en-US" dirty="0"/>
            <a:t>Repeat the Assignment and Update steps for a predefined number of iterations or until a </a:t>
          </a:r>
          <a:r>
            <a:rPr lang="en-US" b="1" dirty="0"/>
            <a:t>stopping criterion </a:t>
          </a:r>
          <a:r>
            <a:rPr lang="en-US" dirty="0"/>
            <a:t>is met.</a:t>
          </a:r>
        </a:p>
      </dgm:t>
    </dgm:pt>
    <dgm:pt modelId="{3623C2E4-BE81-47BA-AAA5-67EBB72C3252}" type="parTrans" cxnId="{440960EF-8400-4C65-8B5B-4DA6FDEA8E39}">
      <dgm:prSet/>
      <dgm:spPr/>
      <dgm:t>
        <a:bodyPr/>
        <a:lstStyle/>
        <a:p>
          <a:endParaRPr lang="en-US"/>
        </a:p>
      </dgm:t>
    </dgm:pt>
    <dgm:pt modelId="{068AC5FE-74D3-463D-99FE-19788778456E}" type="sibTrans" cxnId="{440960EF-8400-4C65-8B5B-4DA6FDEA8E39}">
      <dgm:prSet/>
      <dgm:spPr/>
      <dgm:t>
        <a:bodyPr/>
        <a:lstStyle/>
        <a:p>
          <a:endParaRPr lang="en-US"/>
        </a:p>
      </dgm:t>
    </dgm:pt>
    <dgm:pt modelId="{A36B8792-65CC-4011-977D-C58E8CCD0940}">
      <dgm:prSet/>
      <dgm:spPr/>
      <dgm:t>
        <a:bodyPr/>
        <a:lstStyle/>
        <a:p>
          <a:r>
            <a:rPr lang="en-US"/>
            <a:t>The algorithm iteratively refines the cluster assignments and updates centroids to improve the fit.</a:t>
          </a:r>
        </a:p>
      </dgm:t>
    </dgm:pt>
    <dgm:pt modelId="{3677D2A8-A929-4DD7-BF3F-EC91661E21EB}" type="parTrans" cxnId="{76259E19-E969-4FA0-9374-54299A9E928F}">
      <dgm:prSet/>
      <dgm:spPr/>
      <dgm:t>
        <a:bodyPr/>
        <a:lstStyle/>
        <a:p>
          <a:endParaRPr lang="en-US"/>
        </a:p>
      </dgm:t>
    </dgm:pt>
    <dgm:pt modelId="{78466FBA-4CE7-45DA-94B3-E3F0DAEC1924}" type="sibTrans" cxnId="{76259E19-E969-4FA0-9374-54299A9E928F}">
      <dgm:prSet/>
      <dgm:spPr/>
      <dgm:t>
        <a:bodyPr/>
        <a:lstStyle/>
        <a:p>
          <a:endParaRPr lang="en-US"/>
        </a:p>
      </dgm:t>
    </dgm:pt>
    <dgm:pt modelId="{5181DBFF-DD08-4C57-B051-042AC2EAA0AC}" type="pres">
      <dgm:prSet presAssocID="{16A58D3E-6EDF-4552-887C-DDAC5D2CEA63}" presName="linear" presStyleCnt="0">
        <dgm:presLayoutVars>
          <dgm:animLvl val="lvl"/>
          <dgm:resizeHandles val="exact"/>
        </dgm:presLayoutVars>
      </dgm:prSet>
      <dgm:spPr/>
    </dgm:pt>
    <dgm:pt modelId="{90E4379C-3430-4D80-9ECB-6D13198AFFCB}" type="pres">
      <dgm:prSet presAssocID="{4B64F1C2-12D4-4E10-ADE9-D8C485C0E40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86C7AF3-BDBB-4955-BAE0-F0EB1252370A}" type="pres">
      <dgm:prSet presAssocID="{068AC5FE-74D3-463D-99FE-19788778456E}" presName="spacer" presStyleCnt="0"/>
      <dgm:spPr/>
    </dgm:pt>
    <dgm:pt modelId="{AE18A492-AF5E-4A23-A1B0-A4D3406DF800}" type="pres">
      <dgm:prSet presAssocID="{A36B8792-65CC-4011-977D-C58E8CCD094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6259E19-E969-4FA0-9374-54299A9E928F}" srcId="{16A58D3E-6EDF-4552-887C-DDAC5D2CEA63}" destId="{A36B8792-65CC-4011-977D-C58E8CCD0940}" srcOrd="1" destOrd="0" parTransId="{3677D2A8-A929-4DD7-BF3F-EC91661E21EB}" sibTransId="{78466FBA-4CE7-45DA-94B3-E3F0DAEC1924}"/>
    <dgm:cxn modelId="{491D985B-6F9C-4DEB-BDDA-57DBE8C83A30}" type="presOf" srcId="{16A58D3E-6EDF-4552-887C-DDAC5D2CEA63}" destId="{5181DBFF-DD08-4C57-B051-042AC2EAA0AC}" srcOrd="0" destOrd="0" presId="urn:microsoft.com/office/officeart/2005/8/layout/vList2"/>
    <dgm:cxn modelId="{26678485-1EA4-47AF-BCB4-6BE18396E482}" type="presOf" srcId="{A36B8792-65CC-4011-977D-C58E8CCD0940}" destId="{AE18A492-AF5E-4A23-A1B0-A4D3406DF800}" srcOrd="0" destOrd="0" presId="urn:microsoft.com/office/officeart/2005/8/layout/vList2"/>
    <dgm:cxn modelId="{3C509BB5-BB05-4464-BDAE-E1F4379DA0F0}" type="presOf" srcId="{4B64F1C2-12D4-4E10-ADE9-D8C485C0E404}" destId="{90E4379C-3430-4D80-9ECB-6D13198AFFCB}" srcOrd="0" destOrd="0" presId="urn:microsoft.com/office/officeart/2005/8/layout/vList2"/>
    <dgm:cxn modelId="{440960EF-8400-4C65-8B5B-4DA6FDEA8E39}" srcId="{16A58D3E-6EDF-4552-887C-DDAC5D2CEA63}" destId="{4B64F1C2-12D4-4E10-ADE9-D8C485C0E404}" srcOrd="0" destOrd="0" parTransId="{3623C2E4-BE81-47BA-AAA5-67EBB72C3252}" sibTransId="{068AC5FE-74D3-463D-99FE-19788778456E}"/>
    <dgm:cxn modelId="{B5548006-D3D3-4163-B98A-815D6F030C0D}" type="presParOf" srcId="{5181DBFF-DD08-4C57-B051-042AC2EAA0AC}" destId="{90E4379C-3430-4D80-9ECB-6D13198AFFCB}" srcOrd="0" destOrd="0" presId="urn:microsoft.com/office/officeart/2005/8/layout/vList2"/>
    <dgm:cxn modelId="{380EEFB3-ADD4-41FB-B180-0521D1331ECE}" type="presParOf" srcId="{5181DBFF-DD08-4C57-B051-042AC2EAA0AC}" destId="{D86C7AF3-BDBB-4955-BAE0-F0EB1252370A}" srcOrd="1" destOrd="0" presId="urn:microsoft.com/office/officeart/2005/8/layout/vList2"/>
    <dgm:cxn modelId="{174D98A3-1938-42EC-AEEA-DA262475ECB6}" type="presParOf" srcId="{5181DBFF-DD08-4C57-B051-042AC2EAA0AC}" destId="{AE18A492-AF5E-4A23-A1B0-A4D3406DF80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532103-0643-4315-8084-77B22582E6BB}">
      <dsp:nvSpPr>
        <dsp:cNvPr id="0" name=""/>
        <dsp:cNvSpPr/>
      </dsp:nvSpPr>
      <dsp:spPr>
        <a:xfrm>
          <a:off x="1405103" y="295820"/>
          <a:ext cx="1510523" cy="15105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6783E9-3104-4FFE-B20D-C56AD7F603F4}">
      <dsp:nvSpPr>
        <dsp:cNvPr id="0" name=""/>
        <dsp:cNvSpPr/>
      </dsp:nvSpPr>
      <dsp:spPr>
        <a:xfrm>
          <a:off x="14" y="1876413"/>
          <a:ext cx="4315781" cy="647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kern="1200" dirty="0"/>
            <a:t>Clustering</a:t>
          </a:r>
        </a:p>
      </dsp:txBody>
      <dsp:txXfrm>
        <a:off x="14" y="1876413"/>
        <a:ext cx="4315781" cy="647367"/>
      </dsp:txXfrm>
    </dsp:sp>
    <dsp:sp modelId="{388A641F-BC16-41D7-A022-8D53225A6094}">
      <dsp:nvSpPr>
        <dsp:cNvPr id="0" name=""/>
        <dsp:cNvSpPr/>
      </dsp:nvSpPr>
      <dsp:spPr>
        <a:xfrm>
          <a:off x="2474" y="2642282"/>
          <a:ext cx="4315781" cy="646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813024-BD27-4A05-8752-BD13E1FEA770}">
      <dsp:nvSpPr>
        <dsp:cNvPr id="0" name=""/>
        <dsp:cNvSpPr/>
      </dsp:nvSpPr>
      <dsp:spPr>
        <a:xfrm>
          <a:off x="6733259" y="295820"/>
          <a:ext cx="1510523" cy="15105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9EBFF7-5951-4465-96D9-C7D2D401CBA9}">
      <dsp:nvSpPr>
        <dsp:cNvPr id="0" name=""/>
        <dsp:cNvSpPr/>
      </dsp:nvSpPr>
      <dsp:spPr>
        <a:xfrm>
          <a:off x="5330630" y="1935051"/>
          <a:ext cx="4315781" cy="647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kern="1200"/>
            <a:t>Dimensionality Reduction</a:t>
          </a:r>
        </a:p>
      </dsp:txBody>
      <dsp:txXfrm>
        <a:off x="5330630" y="1935051"/>
        <a:ext cx="4315781" cy="647367"/>
      </dsp:txXfrm>
    </dsp:sp>
    <dsp:sp modelId="{4B4BB5BF-13DD-4462-9EA9-458F3801111B}">
      <dsp:nvSpPr>
        <dsp:cNvPr id="0" name=""/>
        <dsp:cNvSpPr/>
      </dsp:nvSpPr>
      <dsp:spPr>
        <a:xfrm>
          <a:off x="5073517" y="2642282"/>
          <a:ext cx="4830006" cy="646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532103-0643-4315-8084-77B22582E6BB}">
      <dsp:nvSpPr>
        <dsp:cNvPr id="0" name=""/>
        <dsp:cNvSpPr/>
      </dsp:nvSpPr>
      <dsp:spPr>
        <a:xfrm>
          <a:off x="1405103" y="155611"/>
          <a:ext cx="1510523" cy="15105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6783E9-3104-4FFE-B20D-C56AD7F603F4}">
      <dsp:nvSpPr>
        <dsp:cNvPr id="0" name=""/>
        <dsp:cNvSpPr/>
      </dsp:nvSpPr>
      <dsp:spPr>
        <a:xfrm>
          <a:off x="2474" y="1806901"/>
          <a:ext cx="4315781" cy="647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kern="1200"/>
            <a:t>Clustering</a:t>
          </a:r>
        </a:p>
      </dsp:txBody>
      <dsp:txXfrm>
        <a:off x="2474" y="1806901"/>
        <a:ext cx="4315781" cy="647367"/>
      </dsp:txXfrm>
    </dsp:sp>
    <dsp:sp modelId="{388A641F-BC16-41D7-A022-8D53225A6094}">
      <dsp:nvSpPr>
        <dsp:cNvPr id="0" name=""/>
        <dsp:cNvSpPr/>
      </dsp:nvSpPr>
      <dsp:spPr>
        <a:xfrm>
          <a:off x="2474" y="2519740"/>
          <a:ext cx="4315781" cy="909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K-Means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Hierarchical Clustering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DBSCAN</a:t>
          </a:r>
        </a:p>
      </dsp:txBody>
      <dsp:txXfrm>
        <a:off x="2474" y="2519740"/>
        <a:ext cx="4315781" cy="909497"/>
      </dsp:txXfrm>
    </dsp:sp>
    <dsp:sp modelId="{C1813024-BD27-4A05-8752-BD13E1FEA770}">
      <dsp:nvSpPr>
        <dsp:cNvPr id="0" name=""/>
        <dsp:cNvSpPr/>
      </dsp:nvSpPr>
      <dsp:spPr>
        <a:xfrm>
          <a:off x="6733259" y="155565"/>
          <a:ext cx="1510523" cy="15105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9EBFF7-5951-4465-96D9-C7D2D401CBA9}">
      <dsp:nvSpPr>
        <dsp:cNvPr id="0" name=""/>
        <dsp:cNvSpPr/>
      </dsp:nvSpPr>
      <dsp:spPr>
        <a:xfrm>
          <a:off x="5330630" y="1806855"/>
          <a:ext cx="4315781" cy="647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kern="1200"/>
            <a:t>Dimensionality Reduction</a:t>
          </a:r>
        </a:p>
      </dsp:txBody>
      <dsp:txXfrm>
        <a:off x="5330630" y="1806855"/>
        <a:ext cx="4315781" cy="647367"/>
      </dsp:txXfrm>
    </dsp:sp>
    <dsp:sp modelId="{4B4BB5BF-13DD-4462-9EA9-458F3801111B}">
      <dsp:nvSpPr>
        <dsp:cNvPr id="0" name=""/>
        <dsp:cNvSpPr/>
      </dsp:nvSpPr>
      <dsp:spPr>
        <a:xfrm>
          <a:off x="5073517" y="2519602"/>
          <a:ext cx="4830006" cy="909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Principle Component Analysis (PCA)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Singular Value Decomposition (SVD)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T-Distributed Stochastic Neighbor Embedding (t-SNE)</a:t>
          </a:r>
        </a:p>
      </dsp:txBody>
      <dsp:txXfrm>
        <a:off x="5073517" y="2519602"/>
        <a:ext cx="4830006" cy="9096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6DB614-0C2E-4F43-A8C1-3F44F8A75D0A}">
      <dsp:nvSpPr>
        <dsp:cNvPr id="0" name=""/>
        <dsp:cNvSpPr/>
      </dsp:nvSpPr>
      <dsp:spPr>
        <a:xfrm>
          <a:off x="1209" y="220821"/>
          <a:ext cx="4244391" cy="26951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6F5EDD1-9EE7-4400-BD73-442926A10C8C}">
      <dsp:nvSpPr>
        <dsp:cNvPr id="0" name=""/>
        <dsp:cNvSpPr/>
      </dsp:nvSpPr>
      <dsp:spPr>
        <a:xfrm>
          <a:off x="472808" y="668840"/>
          <a:ext cx="4244391" cy="26951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Clustering</a:t>
          </a:r>
          <a:r>
            <a:rPr lang="en-US" sz="3000" kern="1200"/>
            <a:t> involves grouping similar data points together into clusters based on certain similarity criteria.</a:t>
          </a:r>
        </a:p>
      </dsp:txBody>
      <dsp:txXfrm>
        <a:off x="551747" y="747779"/>
        <a:ext cx="4086513" cy="2537310"/>
      </dsp:txXfrm>
    </dsp:sp>
    <dsp:sp modelId="{5711B920-E6BB-4F1D-9E3F-2EC5A12A8C7B}">
      <dsp:nvSpPr>
        <dsp:cNvPr id="0" name=""/>
        <dsp:cNvSpPr/>
      </dsp:nvSpPr>
      <dsp:spPr>
        <a:xfrm>
          <a:off x="5188799" y="220821"/>
          <a:ext cx="4244391" cy="26951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959F5E8-B819-4031-BFDF-C38F7FF281C0}">
      <dsp:nvSpPr>
        <dsp:cNvPr id="0" name=""/>
        <dsp:cNvSpPr/>
      </dsp:nvSpPr>
      <dsp:spPr>
        <a:xfrm>
          <a:off x="5660398" y="668840"/>
          <a:ext cx="4244391" cy="26951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/>
            <a:t>The Goal </a:t>
          </a:r>
          <a:r>
            <a:rPr lang="en-US" sz="3000" kern="1200" dirty="0"/>
            <a:t>is to identify patterns or segments within the data. </a:t>
          </a:r>
        </a:p>
      </dsp:txBody>
      <dsp:txXfrm>
        <a:off x="5739337" y="747779"/>
        <a:ext cx="4086513" cy="25373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351CF3-522B-4515-83BA-18728B3EE065}">
      <dsp:nvSpPr>
        <dsp:cNvPr id="0" name=""/>
        <dsp:cNvSpPr/>
      </dsp:nvSpPr>
      <dsp:spPr>
        <a:xfrm>
          <a:off x="1209" y="220821"/>
          <a:ext cx="4244391" cy="26951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9D7B700-7C06-4FCC-B7D5-146793D93598}">
      <dsp:nvSpPr>
        <dsp:cNvPr id="0" name=""/>
        <dsp:cNvSpPr/>
      </dsp:nvSpPr>
      <dsp:spPr>
        <a:xfrm>
          <a:off x="472808" y="668840"/>
          <a:ext cx="4244391" cy="26951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Dimensionality reduction </a:t>
          </a:r>
          <a:r>
            <a:rPr lang="en-US" sz="2500" kern="1200" dirty="0"/>
            <a:t>techniques aim to reduce the number of features or variables in the dataset while preserving as much relevant information as possible.</a:t>
          </a:r>
        </a:p>
      </dsp:txBody>
      <dsp:txXfrm>
        <a:off x="551747" y="747779"/>
        <a:ext cx="4086513" cy="2537310"/>
      </dsp:txXfrm>
    </dsp:sp>
    <dsp:sp modelId="{2660AE25-7441-4B56-98AD-EEFAA21E606A}">
      <dsp:nvSpPr>
        <dsp:cNvPr id="0" name=""/>
        <dsp:cNvSpPr/>
      </dsp:nvSpPr>
      <dsp:spPr>
        <a:xfrm>
          <a:off x="5188799" y="220821"/>
          <a:ext cx="4244391" cy="26951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DE09DC9-72FF-46CA-A2AA-844458470709}">
      <dsp:nvSpPr>
        <dsp:cNvPr id="0" name=""/>
        <dsp:cNvSpPr/>
      </dsp:nvSpPr>
      <dsp:spPr>
        <a:xfrm>
          <a:off x="5660398" y="668840"/>
          <a:ext cx="4244391" cy="26951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This is useful for visualizing high-dimensional data, reducing noise, and speeding up subsequent analyses.</a:t>
          </a:r>
        </a:p>
      </dsp:txBody>
      <dsp:txXfrm>
        <a:off x="5739337" y="747779"/>
        <a:ext cx="4086513" cy="25373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482A36-BCB0-4BBD-A13E-049CD2AB56DB}">
      <dsp:nvSpPr>
        <dsp:cNvPr id="0" name=""/>
        <dsp:cNvSpPr/>
      </dsp:nvSpPr>
      <dsp:spPr>
        <a:xfrm>
          <a:off x="0" y="5398"/>
          <a:ext cx="6692748" cy="6657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8DCC02-5EC7-43FB-AEED-4595258A3519}">
      <dsp:nvSpPr>
        <dsp:cNvPr id="0" name=""/>
        <dsp:cNvSpPr/>
      </dsp:nvSpPr>
      <dsp:spPr>
        <a:xfrm>
          <a:off x="201392" y="155194"/>
          <a:ext cx="366526" cy="3661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695F62-BC2D-4D48-9240-9C14C3B463BC}">
      <dsp:nvSpPr>
        <dsp:cNvPr id="0" name=""/>
        <dsp:cNvSpPr/>
      </dsp:nvSpPr>
      <dsp:spPr>
        <a:xfrm>
          <a:off x="769311" y="5398"/>
          <a:ext cx="5900134" cy="707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863" tIns="74863" rIns="74863" bIns="7486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Data Exploration:</a:t>
          </a:r>
          <a:r>
            <a:rPr lang="en-US" sz="1400" kern="1200"/>
            <a:t> Unsupervised techniques can help analysts understand the underlying structure of a dataset and discover relationships that might not be obvious at first glance.</a:t>
          </a:r>
        </a:p>
      </dsp:txBody>
      <dsp:txXfrm>
        <a:off x="769311" y="5398"/>
        <a:ext cx="5900134" cy="707371"/>
      </dsp:txXfrm>
    </dsp:sp>
    <dsp:sp modelId="{AD45E7FA-703D-4DCE-B43D-20A57C67E361}">
      <dsp:nvSpPr>
        <dsp:cNvPr id="0" name=""/>
        <dsp:cNvSpPr/>
      </dsp:nvSpPr>
      <dsp:spPr>
        <a:xfrm>
          <a:off x="0" y="889612"/>
          <a:ext cx="6692748" cy="6657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DAA1B4-C06E-4196-9B5E-45FC1DB6F91D}">
      <dsp:nvSpPr>
        <dsp:cNvPr id="0" name=""/>
        <dsp:cNvSpPr/>
      </dsp:nvSpPr>
      <dsp:spPr>
        <a:xfrm>
          <a:off x="201392" y="1039408"/>
          <a:ext cx="366526" cy="3661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749910-BAB0-4038-B529-6BA9AD0DDDD3}">
      <dsp:nvSpPr>
        <dsp:cNvPr id="0" name=""/>
        <dsp:cNvSpPr/>
      </dsp:nvSpPr>
      <dsp:spPr>
        <a:xfrm>
          <a:off x="769311" y="889612"/>
          <a:ext cx="5900134" cy="707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863" tIns="74863" rIns="74863" bIns="7486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Anomaly Detection:</a:t>
          </a:r>
          <a:r>
            <a:rPr lang="en-US" sz="1400" kern="1200"/>
            <a:t> By learning the normal patterns of the data, unsupervised methods can identify unusual or anomalous observations that deviate from those patterns.</a:t>
          </a:r>
        </a:p>
      </dsp:txBody>
      <dsp:txXfrm>
        <a:off x="769311" y="889612"/>
        <a:ext cx="5900134" cy="707371"/>
      </dsp:txXfrm>
    </dsp:sp>
    <dsp:sp modelId="{86418BBB-FB44-4FAD-AB94-9EF0AA77D142}">
      <dsp:nvSpPr>
        <dsp:cNvPr id="0" name=""/>
        <dsp:cNvSpPr/>
      </dsp:nvSpPr>
      <dsp:spPr>
        <a:xfrm>
          <a:off x="0" y="1773826"/>
          <a:ext cx="6692748" cy="6657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28A32A-7097-4612-9726-554FD6724BCD}">
      <dsp:nvSpPr>
        <dsp:cNvPr id="0" name=""/>
        <dsp:cNvSpPr/>
      </dsp:nvSpPr>
      <dsp:spPr>
        <a:xfrm>
          <a:off x="201392" y="1923622"/>
          <a:ext cx="366526" cy="3661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DD0589-F911-4333-B594-7A3BCCE5D201}">
      <dsp:nvSpPr>
        <dsp:cNvPr id="0" name=""/>
        <dsp:cNvSpPr/>
      </dsp:nvSpPr>
      <dsp:spPr>
        <a:xfrm>
          <a:off x="769311" y="1773826"/>
          <a:ext cx="5900134" cy="707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863" tIns="74863" rIns="74863" bIns="7486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Recommendation Systems:</a:t>
          </a:r>
          <a:r>
            <a:rPr lang="en-US" sz="1400" kern="1200"/>
            <a:t> Unsupervised techniques can be used to group similar users or items, allowing for the creation of recommendation systems that suggest products.</a:t>
          </a:r>
        </a:p>
      </dsp:txBody>
      <dsp:txXfrm>
        <a:off x="769311" y="1773826"/>
        <a:ext cx="5900134" cy="707371"/>
      </dsp:txXfrm>
    </dsp:sp>
    <dsp:sp modelId="{652FEFF3-BDEE-456D-9293-10DB9FA9BD37}">
      <dsp:nvSpPr>
        <dsp:cNvPr id="0" name=""/>
        <dsp:cNvSpPr/>
      </dsp:nvSpPr>
      <dsp:spPr>
        <a:xfrm>
          <a:off x="0" y="2658040"/>
          <a:ext cx="6692748" cy="6657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5084D2-0138-4AA3-AD58-21253C594784}">
      <dsp:nvSpPr>
        <dsp:cNvPr id="0" name=""/>
        <dsp:cNvSpPr/>
      </dsp:nvSpPr>
      <dsp:spPr>
        <a:xfrm>
          <a:off x="201392" y="2807836"/>
          <a:ext cx="366526" cy="36616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D8A2A1-6DD7-4C54-A7BB-E6580628C3E4}">
      <dsp:nvSpPr>
        <dsp:cNvPr id="0" name=""/>
        <dsp:cNvSpPr/>
      </dsp:nvSpPr>
      <dsp:spPr>
        <a:xfrm>
          <a:off x="769311" y="2658040"/>
          <a:ext cx="5900134" cy="707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863" tIns="74863" rIns="74863" bIns="7486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Feature Engineering:</a:t>
          </a:r>
          <a:r>
            <a:rPr lang="en-US" sz="1400" kern="1200"/>
            <a:t> Dimensionality reduction techniques can assist in reducing the complexity of a dataset, which can lead to simpler and more efficient models.</a:t>
          </a:r>
        </a:p>
      </dsp:txBody>
      <dsp:txXfrm>
        <a:off x="769311" y="2658040"/>
        <a:ext cx="5900134" cy="707371"/>
      </dsp:txXfrm>
    </dsp:sp>
    <dsp:sp modelId="{097ED887-671C-47A5-B25F-FA551ACE8ED1}">
      <dsp:nvSpPr>
        <dsp:cNvPr id="0" name=""/>
        <dsp:cNvSpPr/>
      </dsp:nvSpPr>
      <dsp:spPr>
        <a:xfrm>
          <a:off x="0" y="3542254"/>
          <a:ext cx="6692748" cy="6657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822875-70C1-41F1-828E-7288DC117E64}">
      <dsp:nvSpPr>
        <dsp:cNvPr id="0" name=""/>
        <dsp:cNvSpPr/>
      </dsp:nvSpPr>
      <dsp:spPr>
        <a:xfrm>
          <a:off x="201392" y="3692050"/>
          <a:ext cx="366526" cy="36616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85321B-A97A-4CCA-B476-0611C63A89FD}">
      <dsp:nvSpPr>
        <dsp:cNvPr id="0" name=""/>
        <dsp:cNvSpPr/>
      </dsp:nvSpPr>
      <dsp:spPr>
        <a:xfrm>
          <a:off x="769311" y="3542254"/>
          <a:ext cx="5900134" cy="707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863" tIns="74863" rIns="74863" bIns="7486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Text Analysis:</a:t>
          </a:r>
          <a:r>
            <a:rPr lang="en-US" sz="1400" kern="1200" dirty="0"/>
            <a:t> Unsupervised learning is often used in natural language processing tasks such as topic modeling, where documents are grouped based on the topics they discuss.</a:t>
          </a:r>
        </a:p>
      </dsp:txBody>
      <dsp:txXfrm>
        <a:off x="769311" y="3542254"/>
        <a:ext cx="5900134" cy="70737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4FFF27-560B-42E0-8733-4A9FB21F0DE5}">
      <dsp:nvSpPr>
        <dsp:cNvPr id="0" name=""/>
        <dsp:cNvSpPr/>
      </dsp:nvSpPr>
      <dsp:spPr>
        <a:xfrm>
          <a:off x="0" y="1746"/>
          <a:ext cx="7304521" cy="7920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602F14-4C14-477B-BF26-84726B488F48}">
      <dsp:nvSpPr>
        <dsp:cNvPr id="0" name=""/>
        <dsp:cNvSpPr/>
      </dsp:nvSpPr>
      <dsp:spPr>
        <a:xfrm>
          <a:off x="239597" y="179959"/>
          <a:ext cx="436056" cy="4356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AA8C7A-599E-4C00-A3F7-D43429B371D8}">
      <dsp:nvSpPr>
        <dsp:cNvPr id="0" name=""/>
        <dsp:cNvSpPr/>
      </dsp:nvSpPr>
      <dsp:spPr>
        <a:xfrm>
          <a:off x="915251" y="1746"/>
          <a:ext cx="6375174" cy="816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446" tIns="86446" rIns="86446" bIns="8644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bg1"/>
              </a:solidFill>
            </a:rPr>
            <a:t>K-Means Clustering:</a:t>
          </a:r>
          <a:r>
            <a:rPr lang="en-US" sz="1400" kern="1200" dirty="0">
              <a:solidFill>
                <a:schemeClr val="bg1"/>
              </a:solidFill>
            </a:rPr>
            <a:t> This algorithm partitions the data into a specified number (k) of clusters by iteratively assigning data points to the nearest cluster center (centroid).</a:t>
          </a:r>
        </a:p>
      </dsp:txBody>
      <dsp:txXfrm>
        <a:off x="915251" y="1746"/>
        <a:ext cx="6375174" cy="816808"/>
      </dsp:txXfrm>
    </dsp:sp>
    <dsp:sp modelId="{209A0BAB-FD64-4B06-B221-1E1A510361FB}">
      <dsp:nvSpPr>
        <dsp:cNvPr id="0" name=""/>
        <dsp:cNvSpPr/>
      </dsp:nvSpPr>
      <dsp:spPr>
        <a:xfrm>
          <a:off x="0" y="1022756"/>
          <a:ext cx="7304521" cy="7920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7C36A6-69A5-4B8D-97C3-827887B41283}">
      <dsp:nvSpPr>
        <dsp:cNvPr id="0" name=""/>
        <dsp:cNvSpPr/>
      </dsp:nvSpPr>
      <dsp:spPr>
        <a:xfrm>
          <a:off x="239597" y="1200969"/>
          <a:ext cx="436056" cy="4356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D65B20-D8E3-4491-A936-23DCA06F52EB}">
      <dsp:nvSpPr>
        <dsp:cNvPr id="0" name=""/>
        <dsp:cNvSpPr/>
      </dsp:nvSpPr>
      <dsp:spPr>
        <a:xfrm>
          <a:off x="915251" y="1022756"/>
          <a:ext cx="6375174" cy="816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446" tIns="86446" rIns="86446" bIns="8644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bg1"/>
              </a:solidFill>
            </a:rPr>
            <a:t>Hierarchical Clustering:</a:t>
          </a:r>
          <a:r>
            <a:rPr lang="en-US" sz="1400" kern="1200" dirty="0">
              <a:solidFill>
                <a:schemeClr val="bg1"/>
              </a:solidFill>
            </a:rPr>
            <a:t> Hierarchical clustering builds a hierarchy of clusters by either starting with each data point as its own cluster and merging them or by starting with all data points in a single cluster and recursively dividing them into smaller clusters.</a:t>
          </a:r>
        </a:p>
      </dsp:txBody>
      <dsp:txXfrm>
        <a:off x="915251" y="1022756"/>
        <a:ext cx="6375174" cy="816808"/>
      </dsp:txXfrm>
    </dsp:sp>
    <dsp:sp modelId="{F6CADCB7-2187-4759-9315-B1F8E40F6B45}">
      <dsp:nvSpPr>
        <dsp:cNvPr id="0" name=""/>
        <dsp:cNvSpPr/>
      </dsp:nvSpPr>
      <dsp:spPr>
        <a:xfrm>
          <a:off x="0" y="2043767"/>
          <a:ext cx="7304521" cy="7920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91195C-6D99-404C-A091-4B26CF82C7AC}">
      <dsp:nvSpPr>
        <dsp:cNvPr id="0" name=""/>
        <dsp:cNvSpPr/>
      </dsp:nvSpPr>
      <dsp:spPr>
        <a:xfrm>
          <a:off x="239597" y="2221979"/>
          <a:ext cx="436056" cy="4356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1CAD54-9858-41C2-A522-BC95F50FC814}">
      <dsp:nvSpPr>
        <dsp:cNvPr id="0" name=""/>
        <dsp:cNvSpPr/>
      </dsp:nvSpPr>
      <dsp:spPr>
        <a:xfrm>
          <a:off x="915251" y="2043767"/>
          <a:ext cx="6375174" cy="816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446" tIns="86446" rIns="86446" bIns="8644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bg1"/>
              </a:solidFill>
            </a:rPr>
            <a:t>DBSCAN (Density-Based Spatial Clustering of Applications with Noise):</a:t>
          </a:r>
          <a:r>
            <a:rPr lang="en-US" sz="1400" kern="1200" dirty="0">
              <a:solidFill>
                <a:schemeClr val="bg1"/>
              </a:solidFill>
            </a:rPr>
            <a:t> DBSCAN groups together data points that are closely packed together while considering regions with lower data density as noise.</a:t>
          </a:r>
        </a:p>
      </dsp:txBody>
      <dsp:txXfrm>
        <a:off x="915251" y="2043767"/>
        <a:ext cx="6375174" cy="81680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FA37C1-B9EC-4025-A3AC-EBF44B5735D2}">
      <dsp:nvSpPr>
        <dsp:cNvPr id="0" name=""/>
        <dsp:cNvSpPr/>
      </dsp:nvSpPr>
      <dsp:spPr>
        <a:xfrm>
          <a:off x="0" y="30866"/>
          <a:ext cx="6692748" cy="205488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Choose the number of clusters (k) you want to create.</a:t>
          </a:r>
        </a:p>
      </dsp:txBody>
      <dsp:txXfrm>
        <a:off x="100311" y="131177"/>
        <a:ext cx="6492126" cy="1854263"/>
      </dsp:txXfrm>
    </dsp:sp>
    <dsp:sp modelId="{75716FF9-3C91-4E82-A6B5-E7E5BE19328B}">
      <dsp:nvSpPr>
        <dsp:cNvPr id="0" name=""/>
        <dsp:cNvSpPr/>
      </dsp:nvSpPr>
      <dsp:spPr>
        <a:xfrm>
          <a:off x="0" y="2169272"/>
          <a:ext cx="6692748" cy="2054885"/>
        </a:xfrm>
        <a:prstGeom prst="roundRect">
          <a:avLst/>
        </a:prstGeom>
        <a:gradFill rotWithShape="0">
          <a:gsLst>
            <a:gs pos="0">
              <a:schemeClr val="accent5">
                <a:hueOff val="-2004937"/>
                <a:satOff val="1102"/>
                <a:lumOff val="5294"/>
                <a:alphaOff val="0"/>
                <a:tint val="98000"/>
                <a:lumMod val="100000"/>
              </a:schemeClr>
            </a:gs>
            <a:gs pos="100000">
              <a:schemeClr val="accent5">
                <a:hueOff val="-2004937"/>
                <a:satOff val="1102"/>
                <a:lumOff val="5294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Initialize k cluster centroids randomly by selecting k data points from the dataset. These centroids will serve as the initial cluster centers.</a:t>
          </a:r>
        </a:p>
      </dsp:txBody>
      <dsp:txXfrm>
        <a:off x="100311" y="2269583"/>
        <a:ext cx="6492126" cy="185426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FB0C58-0C43-47D4-A8AA-F5846585561B}">
      <dsp:nvSpPr>
        <dsp:cNvPr id="0" name=""/>
        <dsp:cNvSpPr/>
      </dsp:nvSpPr>
      <dsp:spPr>
        <a:xfrm>
          <a:off x="0" y="16021"/>
          <a:ext cx="6692748" cy="206973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For each data point in the dataset, calculate the distance </a:t>
          </a:r>
          <a:r>
            <a:rPr lang="en-US" sz="2900" b="1" kern="1200"/>
            <a:t>(USING ANY DISTANCE METRIC)</a:t>
          </a:r>
          <a:r>
            <a:rPr lang="en-US" sz="2900" kern="1200"/>
            <a:t> to each of the k cluster centroids.</a:t>
          </a:r>
        </a:p>
      </dsp:txBody>
      <dsp:txXfrm>
        <a:off x="101036" y="117057"/>
        <a:ext cx="6490676" cy="1867658"/>
      </dsp:txXfrm>
    </dsp:sp>
    <dsp:sp modelId="{FD4D8626-336F-48AA-98B9-1C02245E72E8}">
      <dsp:nvSpPr>
        <dsp:cNvPr id="0" name=""/>
        <dsp:cNvSpPr/>
      </dsp:nvSpPr>
      <dsp:spPr>
        <a:xfrm>
          <a:off x="0" y="2169272"/>
          <a:ext cx="6692748" cy="2069730"/>
        </a:xfrm>
        <a:prstGeom prst="roundRect">
          <a:avLst/>
        </a:prstGeom>
        <a:gradFill rotWithShape="0">
          <a:gsLst>
            <a:gs pos="0">
              <a:schemeClr val="accent5">
                <a:hueOff val="-2004937"/>
                <a:satOff val="1102"/>
                <a:lumOff val="5294"/>
                <a:alphaOff val="0"/>
                <a:tint val="98000"/>
                <a:lumMod val="100000"/>
              </a:schemeClr>
            </a:gs>
            <a:gs pos="100000">
              <a:schemeClr val="accent5">
                <a:hueOff val="-2004937"/>
                <a:satOff val="1102"/>
                <a:lumOff val="5294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Assign the data point to the cluster whose centroid is the closest (i.e., the cluster with the minimum distance).</a:t>
          </a:r>
        </a:p>
      </dsp:txBody>
      <dsp:txXfrm>
        <a:off x="101036" y="2270308"/>
        <a:ext cx="6490676" cy="186765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282A54-67E6-4954-B306-2F51D452C9D2}">
      <dsp:nvSpPr>
        <dsp:cNvPr id="0" name=""/>
        <dsp:cNvSpPr/>
      </dsp:nvSpPr>
      <dsp:spPr>
        <a:xfrm>
          <a:off x="0" y="88831"/>
          <a:ext cx="6692748" cy="19983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After all data points are assigned to clusters, calculate the mean (average) of the data points in each cluster. This mean becomes the new centroid for that cluster.</a:t>
          </a:r>
        </a:p>
      </dsp:txBody>
      <dsp:txXfrm>
        <a:off x="97552" y="186383"/>
        <a:ext cx="6497644" cy="1803256"/>
      </dsp:txXfrm>
    </dsp:sp>
    <dsp:sp modelId="{1B63FC17-C934-419D-B0A7-CC971C8292B4}">
      <dsp:nvSpPr>
        <dsp:cNvPr id="0" name=""/>
        <dsp:cNvSpPr/>
      </dsp:nvSpPr>
      <dsp:spPr>
        <a:xfrm>
          <a:off x="0" y="2167832"/>
          <a:ext cx="6692748" cy="1998360"/>
        </a:xfrm>
        <a:prstGeom prst="roundRect">
          <a:avLst/>
        </a:prstGeom>
        <a:gradFill rotWithShape="0">
          <a:gsLst>
            <a:gs pos="0">
              <a:schemeClr val="accent5">
                <a:hueOff val="-2004937"/>
                <a:satOff val="1102"/>
                <a:lumOff val="5294"/>
                <a:alphaOff val="0"/>
                <a:tint val="98000"/>
                <a:lumMod val="100000"/>
              </a:schemeClr>
            </a:gs>
            <a:gs pos="100000">
              <a:schemeClr val="accent5">
                <a:hueOff val="-2004937"/>
                <a:satOff val="1102"/>
                <a:lumOff val="5294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Update the cluster centroids to be the newly calculated means.</a:t>
          </a:r>
        </a:p>
      </dsp:txBody>
      <dsp:txXfrm>
        <a:off x="97552" y="2265384"/>
        <a:ext cx="6497644" cy="180325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E4379C-3430-4D80-9ECB-6D13198AFFCB}">
      <dsp:nvSpPr>
        <dsp:cNvPr id="0" name=""/>
        <dsp:cNvSpPr/>
      </dsp:nvSpPr>
      <dsp:spPr>
        <a:xfrm>
          <a:off x="0" y="491041"/>
          <a:ext cx="6692748" cy="159471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Repeat the Assignment and Update steps for a predefined number of iterations or until a </a:t>
          </a:r>
          <a:r>
            <a:rPr lang="en-US" sz="2900" b="1" kern="1200" dirty="0"/>
            <a:t>stopping criterion </a:t>
          </a:r>
          <a:r>
            <a:rPr lang="en-US" sz="2900" kern="1200" dirty="0"/>
            <a:t>is met.</a:t>
          </a:r>
        </a:p>
      </dsp:txBody>
      <dsp:txXfrm>
        <a:off x="77847" y="568888"/>
        <a:ext cx="6537054" cy="1439016"/>
      </dsp:txXfrm>
    </dsp:sp>
    <dsp:sp modelId="{AE18A492-AF5E-4A23-A1B0-A4D3406DF800}">
      <dsp:nvSpPr>
        <dsp:cNvPr id="0" name=""/>
        <dsp:cNvSpPr/>
      </dsp:nvSpPr>
      <dsp:spPr>
        <a:xfrm>
          <a:off x="0" y="2169272"/>
          <a:ext cx="6692748" cy="1594710"/>
        </a:xfrm>
        <a:prstGeom prst="roundRect">
          <a:avLst/>
        </a:prstGeom>
        <a:gradFill rotWithShape="0">
          <a:gsLst>
            <a:gs pos="0">
              <a:schemeClr val="accent5">
                <a:hueOff val="-2004937"/>
                <a:satOff val="1102"/>
                <a:lumOff val="5294"/>
                <a:alphaOff val="0"/>
                <a:tint val="98000"/>
                <a:lumMod val="100000"/>
              </a:schemeClr>
            </a:gs>
            <a:gs pos="100000">
              <a:schemeClr val="accent5">
                <a:hueOff val="-2004937"/>
                <a:satOff val="1102"/>
                <a:lumOff val="5294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The algorithm iteratively refines the cluster assignments and updates centroids to improve the fit.</a:t>
          </a:r>
        </a:p>
      </dsp:txBody>
      <dsp:txXfrm>
        <a:off x="77847" y="2247119"/>
        <a:ext cx="6537054" cy="14390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3-11-28T20:51:42.3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22666 12929 0,'71'-17'47,"34"17"-31,-34-18-16,17 18 0,0 0 0,0 0 16,18 0-16,0 0 0,18 0 0,-19 0 15,107 0-15,-88 0 0,-19 0 16,-16 0-16,34 0 0,-17 0 0,17 0 15,-34 0-15,34 18 0,-35-18 0,18 17 16,-18 1-16,18 17 0,-18-35 0,-17 18 16,-18-18-16,53 0 0,-89 0 15,19 0-15,-1 0 0,-18 0 16,1 0-16</inkml:trace>
  <inkml:trace contextRef="#ctx0" brushRef="#br0" timeOffset="22130.71">25065 1676 0,'-18'0'47,"-52"0"-32,-177 53 32,-406 0 0,600-53-47,0 0 16,-423 52 15,423-52-16,18 0-15,-18 0 0,18 0 0,-1 0 0,1 0 16,-18 0-16,18 0 0,0 0 0,-18 0 16,35 0-16,-35 0 0,18 0 0,0 0 15,-1 0-15,1 18 0,0-18 0,-18 18 16,18-18-16,-1 17 0,1-17 0,-36 0 16,36 0-16,17 0 0,-17 0 15,0 0-15,-36 0 16,36 0-16,0 18 0,0-18 0,-54 0 15,54 0-15,0 0 16,0 0-16,-1 0 0,1 0 0,-18 0 16,18 0-16,-18 0 0,-88 0 15,105 0-15,19 0 0,-18 0 16,-1 0-16,1 0 0,17 0 0,-17 0 16,17 0-16,1 0 0,-18 0 0,17 18 15,-17-18-15,17 0 0,-17 0 0,-1 0 16,19 0-16,-19 0 0,19 0 0,-18 17 15,17-17-15,0 0 0,-35 0 16,36 0-16,-19 0 0,19 0 16,-1 0-16,-17 0 0,17 0 0,1 0 15,-1 0-15,0 0 0,1 0 0,-19 0 16,1 0-16,18 0 16,-89 0 15,53 0 16,-18 0 0,54 0-47,-1 0 15,0 0 16,18-17 563,0-1-406,0 0-173,0 1 1,0-1-16,-35-52 47,35-1-16,0 53-15,0-35 15,0 36-15,-18-71 30,1 35 1</inkml:trace>
  <inkml:trace contextRef="#ctx0" brushRef="#br0" timeOffset="28336.26">30515 2011 0,'-53'0'0,"106"0"0,-159-18 16,71 18-16,-35 0 0,17-17 0,-18 17 0,-17-18 16,-53 18-16,53 0 15,17 0-15,-17 0 0,0 0 0,-89 0 16,89 0-16,-18 0 0,0 0 15,-193 0 1,193 0-16,18 0 0,-1 0 0,1 0 16,0 0-16,0 0 0,17 0 0,-17-18 0,17 18 15,1 0-15,-71-17 16,70-1-16,-17 18 0,35 0 0,-17-18 0,-565-70 47,529 88-47,18 0 0,-18-17 0,18 17 0,-18 0 15,-353 0 1,406 0 0,0 0-16,18 0 0,0 0 0,-1 0 15,19 0-15,-107 0 32,107 0-32,-1 0 0,0 0 0,1 0 15,-1 0-15,0 0 0</inkml:trace>
  <inkml:trace contextRef="#ctx0" brushRef="#br0" timeOffset="42915.65">2857 4833 0,'0'-18'31,"71"18"47,247 0-31,-283 0-47,18 0 0,317 0 31,-335 0-31,18 0 0,388 0 47,-370 0-47,-36 0 16,388 0 15,-387 0-31,17 0 0,0 0 0,0 0 16,-1 0-16,-16 0 0,17 0 0,-18 0 15,0 0-15,0 0 0,1 0 16,-1-17-16,0 17 0,-17 0 0,17 0 16,0 0-16,1 0 0,17 0 0,-18 0 0,18 0 15,0 0-15,-18 0 0,36 0 16,-36 0-16,35 0 0,-34 0 0,34 0 15,18 0-15,-52 0 0,17 0 16,-18 0-16,18 0 0,-18 0 0,0 0 16,1 0-16,-1 0 0,0 0 0,1 0 15,-1 0-15,-18 0 0,19 0 0,-1 0 16,0 0-16,1 0 0,52 0 16,159 0-1,-177 0-15,-17 0 0,18 0 16,-1 0-16,1 0 0,-1 0 15,1 0-15,17-18 0,0 18 0,106 0 16,-123 0-16,-18 0 16,423-35 15,-441 17-31,-17 18 16,17 0-16,1 0 0,-1-17 0,265-19 31,-247 36-31,-18 0 15,0 0-15,0 0 0,195-17 32,-213 17-17,19-18-15,-19 18 0,1 0 0,17 0 0,36 0 16,-36 0-16,0 0 0,89 0 16,-89 0-1,265 0 16,-265 0-15,1 0-16,-19 0 0,36 0 31,-53-35 16,0 17-31,0-141 15,0 142-15,0-19-16,0 19 0,-18-195 31,18 177-15,0 17-16,-17 1 0,17-19 0,-18 19 15,-17-177 16,17 176-31,18 0 0,-88-140 32,70 140-17,1 18-15,-1-18 0,0 1 0,-52-54 32,52 53-32,-105-34 46,-265-54 1,352 106-31,1 0-16,0-18 0,0 18 0,-389-53 31,354 36-15,34 17-16,-34 0 0,-1-18 0,18 18 15,-335-18 17,335 18-32,1 0 0,16 0 0,1 0 0,-18 0 15,18 0-15,0 0 0,-36 0 0,36 0 16,-18 0-16,-53 0 0,53 0 16,0 0-16,-17 0 0,34 0 15,-34 0-15,17 0 0,-18 0 0,36 0 16,-36 0-16,19 0 0,-19 18 0,18-18 15,-70 35-15,70-17 0,0 17 16,0-17-16,18-18 0,-36 0 0,18 0 16,0 0-16,-17 0 0,34 0 0,-34 0 15,17 0-15,-18 0 0,18 0 0,-17 0 16,-1 0-16,1 0 0,-1 0 0,1 0 16,-19 17-16,19-17 0,-1 18 0,-17 0 15,18-1-15,-19 1 0,1-18 16,0 18-16,0-1 0,0 1 0,-1-18 15,19 17-15,-18 1 0,-1 0 0,19-1 16,-1-17-16,1 0 0,-18 0 0,35 0 16,-18 0-16,1 0 0,17 0 0,0 0 15,-18 0-15,18 0 0,0 0 16,0 18-16,0-18 0,1 0 0,-1 18 0,0-18 16,17 0-16,-16 0 0,16 0 0,-17 0 15,0 0-15,18 0 0,-18 0 0,-35 0 16,53 0-16,-142 0 31,160 0-31,-19 0 0,19 0 0,-1 0 0,-52 0 31,34 0 16,-52 0 0,71 0-31</inkml:trace>
  <inkml:trace contextRef="#ctx0" brushRef="#br0" timeOffset="45602.11">23777 5203 0,'-35'0'16,"17"0"-16,-17 0 0,0 0 0,-18 0 16,-71 0-16,36 0 0,0 0 15,-1041 0 17,970 18-32,-17-18 15,17 18-15,-17-1 0,-1-17 0,1 0 16,-918 141-1,918-105-15,35-36 16,-18 35-16,18-35 0,0 0 0,17 0 16,1 0-16,-18 0 0,35 0 0,-17 0 15,-89 0-15,124 0 16,0 0-16,-1 0 0,-17 0 0,36 0 0,-18 0 16,0 0-16,-18 0 0,18 0 15,-18 0-15,17 0 0,-16 0 0,-1 0 0,18 0 16,-18 18-16,18-18 0,-1 17 0,-87-17 15,88 18-15,-124-18 16,-476 18 31,635-18-31,0 0-16,-194 0 31,212 0 16,35-18 0,-17 18-47,17-18 15,-71-123 16,71 124-31,-18-19 0,1 1 16,-1 17-16,-88-229 31,106 212-31,-17 0 0,17 0 0,-18-1 16,18 1-16,-18-18 0,18 18 16,-17 0-16,17-1 0,-18 1 0,0-53 15,18 53-15,-17 17 16,-1-194 15,18 195-31,0-142 47,106-70 0,-88 211-32,87-106 17,-105 107-17,18 17-15,388-141 32,-300 105-32,-1 1 15,1 17-15,917-246 31,-740 193-15,-142 36-16,0 17 0,-18 1 0,18-36 0,-17 35 16,-18 1-16,17-1 0,-17 0 0,211-17 15,-211 35 1,0-18-16,0 18 0,864 0 31,-864 0-15,899 0 15,-916 0-15,16 0-16,1 0 0,0 0 0,0 0 15,-18 0-15,18 0 0,0 0 0,17 0 0,-17 0 16,141 0-16,-141 0 16,17 0-16,1 0 0,-18-17 0,-1 17 15,1 0-15,-18-18 0,-17 18 0,17 0 16,0-18-16,-35 18 0,18-17 0,-18 17 15,0 0-15,0 0 0,0 0 0,52 0 16,-34 0-16,-18-18 0,0 18 16,-18 0-16,18 0 0,0 0 0,0 0 15,0 0-15,-18 0 0,18 0 0,-18 0 16,0 0-16,1-17 0,-1 17 16,18 0 15,123 88 0,-105-53-15,-36-17-16,18-18 0,176 70 31,-70 1 16,-53 17 0,-106-70-32,106 140 17,-89-122-17,1-19-15,-18 19 0,18-1 0,17 88 31,-35-105-15,18 0-16,-18-1 0,0 1 16,17 0-16,-17-1 0,0 1 0,0-1 15,18 19 1,-18-19-16,0 1 0,0 0 0,0-1 16,0 19-16,0 87 15,0-105 1,0-1-16,-88 230 47,70-229-47,0-18 0,18 35 0,-17-17 0,-1-1 15,-17 36 1,-53 53 46,70-88-62,0-1 0,1-17 0,-19 18 16,36 0-16,-35-1 0,0 1 0,-141 17 16,140-17-1,-17 0-15,-17-1 0,17 1 0,-18-18 16,1 35-16,-18-17 0,-18-1 0,-124 36 16,160-17-16,-1-19 15,1-17-15,17 18 0,0 0 0,-18-1 16,36 1-16,-18-18 0,18 17 0,17-17 15,-17 0-15,0 18 0,17-18 16,0 0-16,1 0 0,-1 0 0,1 0 16,-1 0-16,0 18 15,-17-1 32</inkml:trace>
  <inkml:trace contextRef="#ctx0" brushRef="#br0" timeOffset="67276.02">5098 7073 0,'70'0'32,"18"18"-1,-70-18-31,0 0 0,-1 0 15,177 17 17,230-17 15,-389 0-47,106 0 46,124 36 1,-195-19-31,-17 1-16,-18-18 0,1 0 0,17 0 16,-18 0-16,0 0 0,18 0 0,0 0 15,0 0-15,-18 0 0,18 0 0,-18 0 16,18 0-16,-35 18 0,17-18 15,53 17-15,-52-17 0,-1 0 0,18 18 16,35-18-16,-35 0 0,0 0 16,0 0-16,0 0 0,17 0 15,-34 0-15,34 0 0,-17 0 0,229-18 32,-246 18-32,16 0 0,-16 0 0,-1 0 15,282-17 1,-281 17-1,17 0-15,0 0 0,-18 0 0,0 0 16,18 0-16,212 0 31,-230 0-31,18 0 0,-36 0 0,36 0 0,0 0 16,212 35 15,-230-35-31,18 18 0,423 52 47,-423-70-47,0 18 0,423 70 31,-405-88-15,-18 0-16,0 0 0,-18 0 0,0 0 16,54 0-1</inkml:trace>
  <inkml:trace contextRef="#ctx0" brushRef="#br0" timeOffset="75084.06">14393 6914 0,'0'18'15,"0"0"1,0 70 31,-53-35 0,0-36 0,-88 19-1,124-36-30,-1 0-16,-246 70 47,246-70-47,0 18 0,-70 0 47,70-18-47,-70 17 47,71-17-47,-1 0 0,-17 18 0,17-18 15,0 0-15,-17 17 0,17-17 0,-17 0 16,18 0-16,-19 18 0,1-18 0,-18 0 16,18 0-16,17 0 0,-17 0 15,17 0-15,-17 0 0,0 0 0,-1 0 16,1 0-16,17 0 15,1-18-15,-1 18 0,1-17 0,-1 17 16,0 0-16,1 0 0,-54-53 63,-123-71-17,176 89-46,1 18 0,-1-1 16,-70-176 15,70 159-31,18-1 0,-17 1 16,17 0-16,0 17 0,-18-17 0,18 0 16,0-1-16,0 19 0,0-19 0,0 19 15,0-1-15,0 0 0,0 1 16,0-1-16,0-17 0,0 17 0,0-17 15,0 17-15,0-17 0,18 35 16,-1-18-16,1-17 0,0 0 16,-1 17-16,1 1 0,0-19 0,-1 36 15,18-35-15,-35 17 16,71-52 15,-53 52-31,35-17 47,88-18-16,-124 53-15,1-18-16,0 18 0,-1-17 0,1 17 16,52-18-1,89 18 48,18 53-16,228 106-1,-369-142-46,69 54 47,-87-53-47,53 87 47,52 125 0,-105-213-47,-1 1 0,1 17 16,35 89 15,-36-54 16,-17-34 0,0-19-47,0 1 93</inkml:trace>
  <inkml:trace contextRef="#ctx0" brushRef="#br0" timeOffset="80565.7">18186 7214 0,'0'18'0,"17"0"32,-17-1 14,-17 1 1,-19-1 0,-52 1 0,0-18 0,53 18 0,-53-18 0,-36-36 0,106 19-32,-17-1 16,35 1-31,-35 17 47,17 0 0</inkml:trace>
  <inkml:trace contextRef="#ctx0" brushRef="#br0" timeOffset="84532.98">27940 7391 0,'-18'0'31,"-123"35"0,106-17-15,17-18-16,-17 0 0,0 0 16,-106 0-1,88 0 1,17 0-16,-34 0 0,-512 0 47,529 0-47,0-18 0,0 0 0,18 18 0,0-17 15,-1 17-15,-17-18 0,36 18 16,-1-18-16,-17 1 16,17 17-16,18-18 0,-18 18 0,1-18 0,-1 18 15,18-17-15,-17 17 0,-1 0 0,0-18 16,18 1-16,-17-1 0,-1 18 16,0-18-16,18 1 0,-17-1 0,-1 0 15,0 1-15,18-1 0,-17 0 16,-1 1-16,18-18 0,-17 17 0,-1-17 15,-35-18 1,53 17-16,-18 1 0,1 18 0,17-19 16,-53-211-1,-35-194 48,88 424-63,0-19 0,0 19 0,0-1 15,0 0-15,0-17 0,0 18 0,0-1 16,53-53-16,-36 54 16,1-1-16,17-17 0,0 17 0,1 1 15,228-125 1,-229 125 0,18 17-16,-17-18 0,17 18 0,0-17 15,-18-1-15,0 18 0,36 0 0,-36-18 16,106-17-1,-88 35-15,-18 0 0,0 0 0,18 0 16,177 0 0,-195 0-1,106 35 17,-123-35-32,-18 18 0,17-18 15,1 0-15,0 18 0,-1-18 0,54 52 31,299 213 16,-352-247-47,141 176 47,-142-177-47,1 1 0,-18 0 16,18 17-16,-1-17 0,1-1 15,-1 1-15,1 17 0,17 18 16,-35-35-16,0-1 0,18-17 16,-18 18-16,0 17 0,18-17 0,-18 88 31,0-89-31,0 230 47,0-211-47,0-19 15,-18 1-15,18-1 0,0 19 0,-18-19 0,1 54 32,-142 105 15,53-140-1,18-1 1,53-35-47,17 0 16,0 0-16,1 17 0,-18-17 16,17 0-16,0 0 0,-52 0 15,-89 0 32,141 0 0,1 0 47</inkml:trace>
  <inkml:trace contextRef="#ctx0" brushRef="#br0" timeOffset="88577.17">13970 7232 0,'-35'0'78,"-159"35"-31,176-35-47,0 0 78,89 18 16,141-18-48,-195 0-46,-228 35 110,-36 18-79,229-35-31,-17-18 0,17 0 0,-17 0 47</inkml:trace>
  <inkml:trace contextRef="#ctx0" brushRef="#br0" timeOffset="90476.92">26846 7302 0,'18'0'15,"17"0"1,-17 0-16,17 0 47,142 0 78,-124-17-110,17 17-15,1 0 0,-18 0 0,35 0 16,0 17-16,-35-17 0,17 0 0,-34 0 16,-1 0-16,-17 0 0,-1 0 0,1 0 15,-36-17 16,-70 17 16,70 0-47,-158 35 47,141-35-47,17 0 0,0 0 0,1 18 16,-18-18-16,17 17 0,0-17 31</inkml:trace>
  <inkml:trace contextRef="#ctx0" brushRef="#br0" timeOffset="98416.62">20267 1870 0,'53'0'31,"141"35"0,-159-17-15,-17-18-16,17 17 0,0-17 0,1 0 15,17 0-15,-36 0 0,36 0 0,0 0 0,0 0 16,0 0-16,53 0 16,-36 0-16,-17 0 0,18 0 0,-18 0 15,0 0-15,-18 0 0,18 0 0,0 0 16,0 0-16,17 0 16,-17 18-16,0-18 0,0 0 0,-18 0 15,1 0-15,16 0 0,1 0 0,-17 0 16,17 0-16,0 0 0,-1 0 0,19 0 15,-18 0-15,17 0 0,19 0 16,-1 0-16,71 0 0,-89 0 16,18 0-16,-17 0 0,17 0 0,0 0 0,0 0 15,1 0-15,-19 0 0,1 0 16,17 0-16,-17 0 0,17 0 0,-18 0 16,18 0-16,1 0 0,-1 0 0,-18 0 15,1 0-15,0 0 0,-1 0 0,-17 0 16,18 0-16,-1 0 0,-17 0 0,18 0 15,-18 0-15,-1 0 0,-16 0 0,52 0 16,-53 0-16,-17 0 0,35 0 16,-18 0-16,53 0 15,-53 0-15,1 0 0,87 0 16,-87 0-16,16 0 0,1 0 16,0 0-16,18 0 0,-1 0 15,71 0-15,-88 0 0,18 0 16,0 0-16,52 0 0,-52 0 15,-19 0-15,1 0 0,-17 0 0,52 0 16,-53 0-16,18 0 0,-18 0 16,1 0-16,-1 0 0,0 0 0,0 0 15,1 0-15,-1 0 0,-17 0 0,17-18 16,0 18-16,0 0 0,1 0 0,-1 0 16,-17 0-16,-1 0 0,19 0 0,-19 0 15,18 0-15,-17 0 0,17 0 0,-17 0 16,0 0-16,17 0 0,0 0 0,36 0 15,-36 0-15,0 0 0,36 0 16,423 0 15,-441 0-31,0 0 0,17 0 16,-17 0-16,18 0 0,-1 0 0,-17 0 16,18 0-16,-1 0 0,71 0 15,-70 0-15,52-17 0,-70-1 16,0 18-16,0 0 0,0-18 15,-18 18-15,1 0 0,-1 0 0,0-17 16,-17 17-16,-1-18 0,1 18 0,0 0 16,-1 0-16,1 0 0,0 0 15,52 0 17,-35 0-32,-17 0 0,0 0 15,140 0 16,-122 0-31,-1 0 0,0 0 0,1 0 16,17 0-16,-1 0 0,1 0 16,0 0-16,18 0 0,-1 0 0,-17 0 15,35 0-15,-17 0 0,17 0 0,0 0 0,-17 0 16,0 0-16,-1 0 0,1-18 16,-18 18-16,17-17 0,-35 17 0,18 0 15,0 0-15,-35 0 0,17 0 0,-17 0 0,-1 0 16,1 0 46,141-35 1,-142 35-63,-17-18 0,18 18 0,0-18 15,17 18-15,0 0 32,71-17 15,-71-1-1</inkml:trace>
  <inkml:trace contextRef="#ctx0" brushRef="#br0" timeOffset="126561.57">3387 9966 0,'0'0'0,"17"0"0,1 0 16,17 0 0,-17 0-16,123 0 47,124 0-1,-248 0-46,18 0 0,-17 0 16,0 0-16,-1 0 0,72 0 31,-72 0-31,336-18 47,441 18 0,-741 0-47,0 0 0,-1 0 16,-34 0-16,17 0 0,1 0 0,-1 0 15,-17 0-15,-1 0 0,1 0 16,0 0-16,17 0 0,-18 0 0,1 0 0,17 0 16,-17 0-16,0 0 0,17 0 0,0 0 15,-17 0-15,-1 0 0,36 0 16,-35 0-16,0 0 0,-1 0 0,1 0 15,17 0-15,-17 0 16,-1 0-16,1 0 0,17 0 0,-17 0 0,17 0 16,1 0-16,-1 0 0,0 0 0,18 0 15,-18 0-15,18 0 0,0 0 16,0 0-16,0 0 0,18 0 0,-1 0 16,1 0-16,-1 0 0,1 0 0,-1 0 15,-17 0-15,18 0 0,-1 0 0,-17 0 16,0 0-16,18 0 0,493-53 62,-282 36-15,-246 17-47,-19 0 0,318 0 47,-299 0-47,17 0 0,-36 0 16,142 0 15,-106 0-31,-35 0 0,-1 0 16,19 0-16,-19 0 0,1 0 15,-1 0-15,19 0 0,-19 0 0,54 0 16,-18 17-16,-18-17 0,18 18 0,-18-18 15,18 0-15,-17 0 0,16 0 16,1 0-16,53 0 16,-53 0-16,71 0 0,-89 0 0,18 0 15,-18 0-15,18 0 0,-18 0 0,1 0 16,-1 0-16,0 0 0,-17 0 0,17 0 16,0 0-16,-17 0 0,17 0 0,0 0 15,1 0-15,-19 0 0,19 0 0,-1 0 16,0 0-16,0 0 0,1 0 0,-1 0 15,0 0-15,-17 0 0,53 0 16,-36 0-16,106-18 47,-123 18-47,-1 0 16,124-35 15,-53 17 16,-70 1 0,35 17-1,-35 0-14,-1 0 15</inkml:trace>
  <inkml:trace contextRef="#ctx0" brushRef="#br0" timeOffset="129193.73">17639 10054 0,'18'0'31,"34"18"1,-34-18-32,0 0 0,-1 0 0,1 17 15,0-17-15,-1 0 0,142 18 32,-124-18-32,1 0 0,-1 0 15,18 0-15,0 0 0,0 0 0,0 0 16,17 0-16,1 0 0,-18 0 0,70 0 15,-70 0-15,17 0 0,-17 0 16,71-35-16,-89 17 0,0 18 16,1-17-16,-1-1 0,18 18 15,70-35 1,142-18 31,141 0 0,-371 35-47,0-17 0,0 0 0,-17-1 15,282 19 17,-265 17-32,-17 0 0,246 0 31,-140-18 16,-1 18 0,71 0-1,-176 0-30,0 0-16,-1 0 0,1 0 16,0 0-16,35 0 0,-1 0 15,-34 0-15,17 0 0,-17 0 16,0 0-16,-1 0 0,1 0 0,0 0 16,-1 0-16,19 0 0,-19 0 15,142 0 32,317 88 0,-441-88-47,159 0 47,-176 0-47,0 0 15,-1 0-15,1 0 0,0 0 0,-1 0 16,1 18-16,0-18 0,-1 17 0,1-17 16,-1 0-16,1 0 0,0 0 15,-1 0-15,1 0 0,17 0 16,-17 0-16,0 0 0,17 0 16,-17 0-16,17 0 0,0 0 0,0 0 0,36 0 15,-36 0-15,18 0 0,-35 0 16,17 0-16,0 0 0,1 0 0,-19 0 15,18 0-15,18 0 16,-17 0-16,-19 0 0,19 0 0,-19 0 16,19 0-16,-19 0 0,18 0 0,1 0 15,-1 0-15,18 0 0,0 0 0,-18 18 16,18-18-16,18 18 0,-36-18 0,35 0 0,-17 0 16,0 0-16,0 0 0,35 0 15,53 0 1,-123 0-16,0 0 0,-1 0 15,1 0 17,53 0-1,87 0 16,-140 0-47,0 0 15,-1 0 17,36 0 15,-35 0-32,-1 0-15,160 17 47,-160-17-47,1 0 0,0 0 0,88 0 47,-106 18 344</inkml:trace>
  <inkml:trace contextRef="#ctx0" brushRef="#br0" timeOffset="135284.71">6262 10001 0,'0'0'0,"-35"-17"0,17 17 16,0 0-16,-17 0 0,0-18 15,17 18-15,-35 0 0,18-18 16,0 18-16,-1 0 0,1 0 0,-18 0 16,-141 0 15,-88-35 16,247 17-47,-18 18 15,17 0-15,1 0 0,-18 0 0,18 0 16,-36 0-16,36 0 0,-212-17 16,194 17-16,0-18 15,-17 0-15,-601-70 31,601 71-31,17 17 16,-18 0-16,19 0 0,-19 0 0,36 0 16,-36-18-16,36 18 0,-89-18 15,-123-35 32,212 36-47,18 17 16,-19 0-16,19 0 0,-213-71 31,213 71-31,-19 0 16,19 0-16,-1-17 0,0 17 0,1 0 15,-36-18 1,35 18-16,1 0 16,-54 0 15,36 0 16,35-53 0,0 35-47,-18 1 0,18-1 15,-17-158 16,17 140-31,35-246 47,-18 265-47,89-124 47,-106 123-47,18 18 0,0-18 16,-1 1-16,1-1 0,17 0 15,-17 1-15,-1-1 0,36 0 16,-17 1-16,-1 17 0,0 0 0,0 0 16,18-18-16,441-70 31,-406 88-31,1 0 0,-1 0 0,18 0 16,-36 0-16,18 0 0,-17 0 15,17 0-15,0 0 0,-17 0 0,17 0 16,0 0-16,0 0 0,1 0 0,-19 0 15,18 0-15,18 0 0,-18 0 0,1 0 16,-1 0-16,18 0 0,-18 0 0,106 0 16,-88 0-16,0-18 0,-1 18 15,1 0-15,18-17 0,-18 17 0,-1 0 16,-16 0-16,16 0 0,1-18 0,-18 18 16,1 0-16,-1 0 0,-18 0 0,1 0 15,-1 0-15,1 0 0,0 0 0,-1 0 16,1 0-16,-1 0 0,18 0 0,-35 0 15,18 0-15,88 0 16,-71 0-16,0 0 0,177 0 16,-160-18-16,-16 18 0,16 0 15,-16 0-15,422 0 16,-440 0 0,-18 0-16,17 0 0,389-35 31,-424 35-16,0 0-15,18 0 0,0 0 0,0 0 16,-18 0-16,18 0 0,-17 0 0,140 0 16,-141 0-16,36 0 15,246 0 32,-299 0-47,17 0 47,36 0 0,52 88 0,36 36 0,-159-107-47,18-17 15,52 106 17,-70-88-32,18 0 0,-18-1 0,18 1 15,-1 17-15,-17-17 0,0-1 16,18 36-1,-18-35-15,0 0 0,0-1 16,0 142 15,0-141-31,0 17 0,0 0 16,-18 194 15,18-193-31,0-19 16,0 19-16,-17-19 0,17 1 0,0 0 0,0-1 15,0 1-15,-18 17 16,18 18 31,-177 0 0,-281 70 0,423-123-47,-1 18 0,19-18 0,-1 0 15,0 0-15,-17 0 0,17 0 16,1 0-16,-18 0 0,17 0 0,-53 0 16,36 0-16</inkml:trace>
  <inkml:trace contextRef="#ctx0" brushRef="#br0" timeOffset="137823.62">19950 10107 0,'-71'18'0,"36"-1"16,-18-17-16,18 0 0,-1 0 15,-17 0-15,0 0 0,-17 0 0,17 0 16,0 0-16,-18 0 0,-17 0 0,0 0 0,0 0 16,0 0-16,17 0 0,-17 0 15,0 0-15,0 0 0,-1 0 0,19 0 16,-18 0-16,35 0 0,-18 0 0,1 0 16,17-17-16,-18 17 0,1 0 0,-1 0 15,0 0-15,19 0 0,-1 0 16,0 0-16,0 0 0,0 0 0,18 0 0,-1 0 15,-17 0-15,36 0 0,-19 0 16,1 0-16,18 0 0,-1 0 0,-17 0 0,-1 0 16,1 0-16,0 0 0,0 0 0,-1 0 15,19 0-15,-19 0 0,1 0 0,0 0 16,0 0-16,-1 0 31,19 0 0,-54-159 16,71 141-31,0-17-16,-18 17 0,18 1 0,0-19 0,-17 19 16,17-18-16,-18-1 0,18 1 0,-18 0 15,18 17-15,0-17 0,0 17 16,0-17-16,0 0 0,0 17 15,0 0-15,0 1 0,0-19 0,18 19 16,-18-1-16,18 1 0,-18-1 0,0-17 16,17 17-16,-17 0 0,0-17 15,18 0-15,0 35 0,-18-36 0,17 19 0,-17-18 16,18-1-16,-18 1 16,18 17-16,-18 1 0,0-1 0,0-17 15,17 17-15,-17-17 0,0 0 0,18 17 16,-18-17-16,18 17 0,-18-17 0,17 17 15,1 1-15,-18-19 0,17 19 0,-17-19 16,0 1-16,106-88 31,88 34 16,371 19 0,-495 70-31,1 0-16,-18 0 0,17 0 0,1 0 15,423 17 1,-424 1 0,1-18-16,17 0 0,-17 0 0,-1 18 15,1-18-15,-18 17 0,17 1 16,-17-18-16,18 0 0,35 18 0,-54-1 15,1-17-15,36 36 0,-19-19 16,1 1-16,17-1 0,-18-17 0,1 18 16,17 0-16,0-18 0,-17 17 0,17-17 15,0 0-15,0 0 0,1 0 0,-1 0 16,18 0-16,0 0 0,-1 0 0,-16 0 16,-1 0-16,18 0 0,-1 0 0,1 0 15,0 0-15,0 0 0,-18 0 0,0 0 16,18 0-16,-18 0 0,18 0 0,-18 0 15,1 0-15,-1 0 0,0 0 0,71 0 16,-89 0-16,-17 0 16,0 0-16,-18 0 0,1 0 0,-1 0 0,0 0 15,0 0-15,1 0 0,-19 0 0,1 0 16,17 0-16,1 0 0,-1 0 16,-17 0-16,-1 0 0,18 0 0,-17 0 15,17 0-15,-17 18 0,17-18 16,-17 0-16,0 0 0,-1 18 0,18-18 15,-17 0-15,0 17 0,-1-17 0,1 18 16,0-18-16,17 18 0,0-18 16,124 17 15,-53 19 16,-36-1 0,160 18 0,-195-36-47,0-17 15,0 0-15,1 18 0,-1-18 0,0 0 16,-17 0-16,17 0 0,1 18 0,-1-18 15,-18 0 32,72 105 47,69 142-47,-158-229-31,18-18-16,-18 18 0,18-1 0,-18 1 15,17 0-15,-17-1 0,0 1 16,18 17-16,-18-17 0,0-1 15,0 1-15,18 0 0,-18-1 16,0 1-16,0 0 0,17 35 16,-17 17 15,0-17 0,0-35-15,-35 52 15,35-52-15,-106 52 15,-353 36 31,407-106-62,-866 71 47,548-18 16,352-53-63,1 0 0</inkml:trace>
  <inkml:trace contextRef="#ctx0" brushRef="#br0" timeOffset="145036.69">12771 12365 0,'-18'0'110,"-17"0"-79,17 0-16,-17 0 17,-36 0 15,54 0-32,-36 0 32,106 0 31,440 0-31,-440 0-31,-17 0-16,-1 0 0,-17 0 0,17 0 31,-53 0 78</inkml:trace>
  <inkml:trace contextRef="#ctx0" brushRef="#br0" timeOffset="146945.89">16016 12524 0,'-53'0'63,"-300"35"-16,318-35-47,0 18 0,-18-18 15,35 0-15,-17 0 0,17 17 0,-17-17 16,0 0-16,17 0 0,1 0 0,-19 18 16,1-18-16,17 0 0,1 0 15,-1 0-15,-17 17 16,17 1-16,1-18 0,-1 18 0,-53-18 16,54 0-16,-1 0 15,0 0-15,-35 0 0,18 0 16,0 0-16,0 0 0,17 0 0,-17 0 15,-1 0-15,19 0 0,-18 0 0,-1 0 16,1 0-16,0 0 0,17 0 0,-17 0 16,17 0-16,-17 0 0,0 0 0,17 0 15,-17 0-15,17 0 0,-17 0 0,17 0 16,-35 0-16,36 0 0,-19 0 16,19 0-16,-1 0 15,0 0-15,1 0 47,-1-36-31,-70-87 31,-53-353-1,141 440-46,-18 1 16,18 0-16,-17 0 0,17-18 16,0 17-16,0 19 0,0-36 15,0 35-15,0 1 16,17-1-16,1 0 0,70-88 31,-53 71-31,-17 18 0,0-1 16,-1 0-16,1 1 0,-1-1 0,1 0 15,0 1-15,17-1 0,18 0 16,-18 1-16,0-1 0,18-17 16,247-106 15,-264 141-31,-1-18 0,0 18 0,318-88 47,-318 70-47,0 18 0,-17-17 15,141 17 17,-142 0-32,1 0 0,17 0 15,-17 0-15,35 0 0,-18 17 0,-17-17 16,17 0-16,0 18 0,18 0 0,-17-18 16,-19 17-16,19-17 0,-19 0 0,18 0 15,-17 18-15,0-18 0,-1 0 16,1 17-16,0 1 0,-1 0 15,19-1 1,-19-17-16,1 18 0,-1 0 16,89 123 15,-88-124-31,0 19 0,-1-36 0,-17 35 16,18-17-16,-1-1 0,-17 1 15,0 0-15,18-1 0,-18 1 0,0-1 16,0 1-16,0 0 0,18-1 0,-18 19 15,0-19-15,0 1 0,0 17 0,0-17 16,0-1-16,0 36 0,0-35 16,0 17-16,0-17 0,0 35 15,0-35-15,-18-1 0,-17 36 16,17-35-16,-158 123 47,141-124-47,17-17 0,0 18 15,1 0-15,-1-1 0,0-17 16,1 0-16,-1 18 0,0-18 0,-17 0 16,0 18-16,17-1 0,1-17 15,-1 0-15,0 0 0,1 0 0,-1 18 0,0-18 16,1 0-16,-1 0 0,0 0 0,-17 18 16,18-18-16,-1 0 15,-17 17-15,17-17 0,0 0 0,1 0 16,-1 0-16,0 0 0,1 0 0,-1 0 15,1 18-15</inkml:trace>
  <inkml:trace contextRef="#ctx0" brushRef="#br0" timeOffset="150965.01">27005 12559 0,'0'18'62,"-106"34"-46,89-52-16,-19 18 15,-17-18-15,1 18 0,-1-18 0,0 17 16,0-17-16,-35 0 0,35 0 0,-18 0 16,1 0-16,-1 0 0,0 0 0,19 0 15,-19 0-15,18 0 0,0 0 16,0 0-16,18 0 0,-36-17 0,1-1 15,35 18-15,-1 0 0,1 0 16,17-18-16,-17 18 0,17 0 0,1 0 16,-1 0-16,1 0 0,-1-17 0,0-1 15,1 18-15,-19-17 0,19-1 0,-1 0 16,0 1-16,1-1 16,-1 18-16,-17-18 0,-18-17 15,35 0-15,-17 17 0,0-17 16,17 17-16,-88-123 31,89-88 16,228-36 0,-175 248-47,-19-19 0,19 1 0,-1 35 15,-18-18-15,1 1 0,0-1 0,-1 0 16,1 18-16,0-17 0,-1-1 16,-17 1-16,18-1 0,0 18 0,-1 0 0,1 0 15,-1 0-15,-17-18 0,18 18 16,0 0-16,-1 0 0,19-17 0,-19 17 16,19 17-16,-1-17 15,0 0-15,-17 0 0,-1 18 0,19-18 16,-1 0-16,0 18 0,1-18 15,-19 17-15,18-17 0,-17 18 0,17-18 16,1 0-16,17 17 0,-18 1 0,0-18 16,-17 18-16,17-18 0,-17 17 0,-1-17 15,1 0-15</inkml:trace>
  <inkml:trace contextRef="#ctx0" brushRef="#br0" timeOffset="152238.09">28487 12718 0,'0'0'0,"-318"0"0,-70-18 0,-35-17 15,-36 17-15,1 0 0,17 18 0,17-17 16,54 17-16,70 17 0,36 19 0,34 17 0,54-18 16,35 0-16,35 0 0,18-17 0,35 0 15,17 17 1,918 0 31,547-176-16,-1358 141-15,-1 0-16,1-17 0,-36 17 0,18 0 15,88-18 1,-106 18 31,-17 0 46,705-18-46,-582 1-47,0-19 0,-17 19 0,-1-36 16,371-106 15,-1146 159 16,105 106 0,582-106-16,336-71 16,-336 71-31,18 0-16,0 0 0,-18 0 0,-17 0 15,17 0-15,-17 0 0,-1 0 0</inkml:trace>
  <inkml:trace contextRef="#ctx0" brushRef="#br0" timeOffset="155989.74">935 8872 0,'0'-17'63</inkml:trace>
  <inkml:trace contextRef="#ctx0" brushRef="#br0" timeOffset="184403.18">3475 15169 0,'17'0'47,"54"0"-16,-53 0-15,229 0 15,-194 0-15,-18 0-16,18 0 0,17 0 0,424 0 31,-406 0-15,1 0-16,-1 0 0,0 0 0,18 0 0,-18 0 15,18 0-15,-18 0 0,18 0 0,-18 0 16,106-17-16,-106 17 0,0 17 15,1 1-15,387 17 32,-441-35-32,18 0 15,-18 0-15,18 0 0,0 0 0,-18 0 16,18 0-16,0 0 0,18 0 0,-18 0 0,106 0 16,-89 0-16,18 0 15,0 0-15,1 0 0,17 0 0,-18 0 16,0 0-16,0 0 0,18 0 0,-18 0 15,0 0-15,71 0 0,-88 0 16,17-17-16,-18 17 0,71-18 16,-70 18-16,0 0 0,-18 0 15,88 0-15,-71 0 0,-17 0 16,18 0-16,-18 0 0,-1 0 0,1 0 16,18 0-16,-36 0 0,18 0 0,0 0 15,53 0-15,-71 0 16,0 18-16,1-18 0,-19 0 0,19 0 15,-1 0-15,0 0 0,0 0 16,124 17 15,-141-17-31,0 0 0,-1 0 32,1 0 30,-1 0 32</inkml:trace>
  <inkml:trace contextRef="#ctx0" brushRef="#br0" timeOffset="185985.19">18732 15134 0,'18'0'32,"229"18"-1,-176-1-31,-1 1 0,1 0 16,881-18 15,-828 0-31,-1 0 0,1 0 15,-1 0-15,1 0 0,17 0 16,-18 0-16,18 0 0,-35 0 0,123 0 16,-123 0-16,-18 0 0,406-18 47,-476 18-47,194 0 46,-177 0-46,0 0 0,18 0 0,0 0 16,0 0-16,0 0 0,35 18 0,0-1 16,-17 1-16,17 0 0,0-18 15,36 17-15,-54-17 0,-34 18 0,34-18 16,-35 0-16,18 0 0,-17 0 0,-19 0 16,18 0-16,-17 0 15,0 0-15,70 18 47,-70-18-47,-1 0 0,1 0 16,282 52 15,-283-52-31,1 0 0,0 0 16,-1 0-16,1 0 31,0 0 16,17 0 0</inkml:trace>
  <inkml:trace contextRef="#ctx0" brushRef="#br0" timeOffset="188397.67">19491 15311 0,'-18'0'0,"36"0"0,-71 0 0,35 0 16,-17 0-16,0 0 0,17 0 0,-17 0 15,0 0-15,-18 0 0,17 0 16,-69 0-16,34 0 0,18 0 0,-17 0 16,-1 0-16,-17 0 0,17 0 15,-17 0-15,35 0 0,-17 0 0,17 0 16,0 0-16,18 0 0,-18 0 0,35 0 16,-17 0-16,-1 0 0,1 0 0,17-18 15,1 18-15,-89 0 31,71-18-31,-300 18 47,105-17 0,195 17-31,-106-36 15,123 36-31,-17 0 47,35-35 0,-53-212 0,35 212-47,18 0 15,-17-1-15,17 19 0,-18-19 16,18-34-16,-17 35 0,17-18 0,-18 17 0,18-17 16,-18 18-16,18-18 0,0 36 15,0-19-15,0 19 0,0-1 0,0 0 16,0 1-16,0-1 0,0 0 15,0 1-15,0-1 0,0 1 16,0-1-16,18 0 0,-18 1 0,0-1 16,18 0-16,-1 18 0,-17-17 0,18-1 0,-1 18 15,-17-18-15,18 1 0,0-1 0,-1 18 16,1-17-16,0 17 0,17-18 16,-17 18-16,17-18 0,0 1 0,53-1 15,-17 0-15,-1 18 0,19-17 16,16 17-16,1-18 0,106 0 15,-89 1-15,-17-1 0,18 1 0,-1-1 16,1 0-16,-19 1 0,-16 17 16,17 0-16,-18 0 0,88 0 15,-105 0-15,17 0 0,-35-18 0,17 18 16,-17-18-16,0 18 0,-18 0 0,-17 0 16,17 0-16,1 0 0,-1 0 0,-17 0 15,-1 0-15,1 0 0,-1 0 0,19 0 0,-19 0 16,19 0-16,-19 0 0,89 0 15,317 53 17,548-17 15,140-36-1,-1041 0-46,19 0 0,-19 0 0,1-18 16,52 18-16,-70 0 16,-18 0-16,18-18 0,18 18 15,-54 0-15,1-17 0,0 17 0,-1 0 16,1 0-16,0 0 0,17 0 31,106 0 16,-106 17-47,-17-17 0,17 0 0,1 18 0,387 35 31,-353-53-15,1 0-16,0 0 0,-19 17 0,1-17 0,0 0 16,-17 0-16,-1 0 0,-18 0 15,1 0-15,17 0 0,36 0 47,88 18 0,-124 17 0,159 283 0,-176-283-32,-1 0-15,124 177 32,-141-194-32,18 17 15,-18-17-15,18 17 0,123 212 31,-141-230-15,17 1-16,-17 0 0,0-1 0,0 36 31,0-17 16,0-19 0</inkml:trace>
  <inkml:trace contextRef="#ctx0" brushRef="#br0" timeOffset="190452.45">24024 12665 0,'-17'0'16,"-178"0"78,-581 70-47,688-70-32,18 0-15,-1 0 0,1 0 0,-19 0 16,-299 0 0,318 0-16,-18 0 15,-71 0-15,88 0 0,-17 0 16,17 0-16,-17 0 0,0 0 0,0 18 15,0-18-15,-18 0 0,18 18 16,17-1-16,-17-17 0,0 0 0,0 0 16,-1 0-16,19 0 0,-36 0 0,35 0 0,1 0 15,-71 0-15,53 0 16,-1 0-16,19 0 0,-18 0 0,17 0 16,-17 0-16,17 0 0,-17 0 0,0 0 15,17 0-15,-35 0 0,18 0 0,18 0 16,-1 0-16,1 0 0,-1 18 0,1-18 15,17 0-15,-18 17 0,18-17 0,18 0 16,0 0-16,-18 18 0,17 0 16,1-18-16,0 0 0,-18 0 15,18 0-15,17 0 0,0 17 0,-17-17 16,-53 18 0,70-18-1,1 0 32,-72-18-16,72 1 16,-19-36 0,19 18-31,17 17-16,-18 0 0,18 1 15,-17-19-15,17 19 0,-18-19 0,0 19 0,1-54 16,17 36-16,-36-71 16,19 53-16,-1 18 0,0-18 0,1-18 15,-1 19-15,1 16 0,17-17 16,-18 0-16,0 1 0,18 34 0,-17-17 0,17 17 15,0-17-15,0-1 0,-18 19 16,18-1-16,0 0 16,0 1-16,0-1 15,0 1 17,141-54 14,-123 53-46,35 18 0,0 0 16,546-35 15,-387 35-31,-106 0 16,0 0-16,-1 0 0,672-18 31,-672 18-31,1 0 0,-18 0 0,459-35 47,-511 35-47,16 0 0,1 0 0,0 0 16,441-70 15,-335 34-31,-106 36 0,17-17 16,19 17-16,457 0 31,-475 0-31,-18 0 0,17 0 15,-34 0-15,17 0 0,0 0 0,35 0 16,-53 0-16,0 0 0,53 17 16,-52-17-16,-1 18 0,18-18 15,0 0-15,17 0 0,1 0 0,17 0 16,-17 0-16,17 0 0,106 0 16,-106 0-16,0 0 0,1 0 0,16-18 15,-16 18-15,-1 0 0,0-17 0,35 17 16,-70 0-16,-17 0 15,-19 0-15,1 0 0,52 0 63,1 0-32,-36 0 63,142 317-47,-142-264-47,-17-35 15,-1 17-15,-17-17 0,18 17 16,-18 0-16,17-17 0,-17 0 0,18 34 16,0-34-16,-1 0 0,-17 17 0,18-17 15,-18-1-15,0 1 0,0 0 16,0-1-16,0 1 16,0 17-1</inkml:trace>
  <inkml:trace contextRef="#ctx0" brushRef="#br0" timeOffset="192779.6">9772 12771 0,'0'0'0,"-88"0"109,-283-53-62,318 53-47,0 0 0,1 0 0,-19 0 16,36 0-16,-36 0 0,18 0 0,-17 0 0,-1 0 15,1 0-15,-1 0 0,0-18 16,-17 18-16,0 0 0,18-18 0,-19 18 0,-16 0 16,16 0-16,-34-17 0,35 17 0,-18 0 15,-18 0-15,19 0 0,-1 0 0,0 0 16,0 0-16,0-18 0,0 18 0,1 0 15,-1 0-15,17 0 0,-16 0 16,16 0-16,-16 0 0,16-18 0,-16 18 16,16-17-16,-16 17 0,16 0 0,-16 0 15,-1 0-15,18 0 0,-18-35 0,17 35 16,19-36-16,-18 36 0,17 0 0,-17 0 16,17 0-16,19 0 0,-19 0 0,-53 0 15,54 0-15,17 0 0,-53 0 16,53 0-16,-53-17 15,71-1-15,0 18 0,0-18 0,-1 18 16,1-17-16,-36-1 16,36 18-16,18-18 0,-1 18 0,0 0 15,1 0-15,-1-17 0,-17 17 16,-1 0-16,19 0 0,-71-36 16,70 19-16,0 17 0,-123-18 46,124 18-46,-19-53 47,-87-53 0,105 89-47,1-1 16,-1 1-16,-17-1 0,35 0 0,-18 18 15,0-17-15,1 17 0,-1-18 0,-35-17 16,-17-1 31,34-34 0,1-18 0,35 17 0,18 36-1,70 17 1,-70 1-47,17 17 0,0-18 16,18 18-16,-18-18 0,18 1 0,0 17 16,18-18-16,-18 18 0,0 0 15,17-18-15,-17 1 0,18-1 0,-19 18 0,-16-18 16,-1 18-16,-17 0 0,17-17 0,-17 17 15,17-18-15,0 18 0,-17-17 16,-1 17-16,1 0 16,0 0-16,-1-18 0,1 18 0</inkml:trace>
  <inkml:trace contextRef="#ctx0" brushRef="#br0" timeOffset="206192.85">20726 17727 0,'17'-18'32,"407"36"-1,-336-18-31,35 0 0,-17 0 0,0 0 15,35 0-15,-17 0 0,-1 0 0,1 0 16,-1 0-16,0 0 0,-17 0 16,141-18-16,-123 1 0,-36-1 15,18 18-15,-53 0 0,17-17 0,1 17 16,-18-36-16,0 36 0,35-17 16,-53 17-16,-17-18 0,-1 18 0,1 0 15,17 0-15,-17-18 0,0 18 0,17 0 16,-18-17-16,1 17 0,35 0 0,0-36 15,0 19-15,0 17 0,0-18 0,0 0 16,17 1-16,-17 17 0,-18-18 0,18 18 16,-17 0-16,-1 0 0,18 0 15,-18 0-15,0 0 0,1 0 0,-1 0 16,0-17-16,0 17 0,1 0 0,-1 0 0,-17 0 16,17 0-16,18 0 0,0 0 0,0 0 15,0 0-15,17 0 0,1 0 16,-1-18-16,18 18 0,1 0 0,-19 0 15,18 0-15,-17 0 0,-1 0 0,1 0 0,-18 0 16,0 0-16,0 0 0,0 0 16,-36 0-16,19 0 0,-19 0 0,19-18 15,-19 1-15,1 17 0,-1 0 16,1 0-16,0 0 0,-1 0 16,1 0-16,0 0 15,70 0 63,159 0-31,-230 0-47,1 17 0,35-17 47,-35 0 47</inkml:trace>
  <inkml:trace contextRef="#ctx0" brushRef="#br0" timeOffset="208513.25">26529 17357 0,'0'0'15,"0"-36"48,-124-158-16,124 177-32,-17-1-15,17 0 0,-71-158 47,54 141-47,-1 17 0,0 0 0,18 1 16,-17 17-16,17-18 0,-18 1 0,18-1 16,-18 18-1,-35-35 32,-52-1 0,69 19-47,19 17 0,-248-53 31,212 35-15,0 1-16,-17 17 0,17-18 0,-18 0 15,18 1-15,-17-1 0,17 18 0,-18-18 16,36 18-16,-18 0 0,0 0 0,18-17 16,0 17-16,17-18 0,-17 18 0,-1 0 15,1 0-15,18 0 0,-19 0 0,1-18 16,0 18-16,17-17 0,-35 17 0,36 0 16,-36-18-16,0 18 0,17 0 0,-17 0 15,1 0-15,-1 0 0,0 0 0,17 0 16,-16 0-16,-1 0 0,0 0 0,17 0 15,1 0-15,0-17 0,0 17 16,-1 0-16,1 0 0,0 0 0,-1 0 16,1-18-16,-18 18 0,18 0 0,-36 0 0,19 0 15,-19 0-15,0 0 0,19-18 16,-37 1-16,19-1 0,-1 18 0,-105-18 16,88 1-16,17 17 0,-246 0 15,228 0 1,-775-106 31,794 106-47,-1 0 0,18 0 0,-18 0 0,1 0 15,-1 0-15,18 0 0,-17 0 0,17-18 16,-53 1-16,36 17 0,17-18 16,0 18-16,-18 0 0,36 0 15,-18 0-15,18 0 0,-18 0 0,18 0 16,-18 0-16,-36 0 0,54 0 15,0 0-15,0-18 0,-18 18 0,17-17 16,-17 17-16,-35 0 0,53 0 16,0 0-16,-18 0 0,0 0 15,18 0-15,-1 0 0,-17 0 0,18 17 0,0-17 16,0 0-16,-1 0 0,1 0 16,0 0-16,-1 0 0,19 0 0,-18 18 15,17-18-15,-17 0 0,17 0 0,-35 0 16,18 0-16,0 0 0,-124 0 31,124 0-31,-1 0 0,-140 0 31,35 0 16,123 0-47,-17 0 16,17 0-16,1 0 0,-1 0 15,0 0-15,-17 0 0,17 0 0,1 0 16,-1 0-16,-35 0 0,18 0 16,17 0-16,-17 0 15,17 0-15,-35 0 32,36 0-32,-71 0 46,88 35 48,35 159-47,-35-158-47,106 263 47,-89-175-47,19-71 0,-19-36 0,89 336 47,-88-353-47,-18 35 15,17-17-15,-17 17 0,0-17 0,18 0 16,-18-1-16,0 19 0,18-19 0,-18 1 16,17 52-16,-17-52 15,18 0-15,0-1 0,-18 19 16,17-19-16,1 1 0,-1 0 0,-17-1 0,18 1 16,0 35-16,-1-53 0,1 17 15,-18 1-15,0 0 0,18-1 16,-18 1-16,0 0 0,17-1 15,-17 1-15,18-18 16,-18 17-16,18 1 16,140 70 31,-158-70-47,36-18 15,-1 0-15,0 18 0,265 17 31,-247-35-31,0 0 0,0 0 16,0 0-16,17 0 0,-17 0 16,18 0-16,-1 0 0,-17 0 0,35 17 15,18-17-15,-35 0 0,-18 0 16,0 0-16,52 0 0,-69 0 0,-19 0 16,19 0-16,-19 0 0,1 0 15,35 0-15,-36 0 0,1 0 16,0 0-1,52 0 1,-52 0 0,0 0-16,193-17 31,-158 17-15,-18 0-16,18-18 0,0 18 0,-35 0 15,35 0-15,0 0 0,0 0 0,0 0 16,-1 0-16,1 0 0,0 18 0,0-1 15,18-17-15,-36 0 0,-17 0 16,-1 0-16,1 0 0,0-17 0,-1 17 16,-17-18 93,0 1-62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97464-36C0-4B76-8158-08E8B5F2F88A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FCEB0-5360-45FA-BAF6-9D22DB6DA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950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21caab1d1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121caab1d1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B0D102-67C5-472C-845B-B11A7180362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694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B0D102-67C5-472C-845B-B11A7180362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609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E4986696-A65D-47DC-A029-0F10AEF518B5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09BD27B8-8DAF-4F43-B2CF-6B85E477B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4421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86696-A65D-47DC-A029-0F10AEF518B5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D27B8-8DAF-4F43-B2CF-6B85E477B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53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86696-A65D-47DC-A029-0F10AEF518B5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D27B8-8DAF-4F43-B2CF-6B85E477B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207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86696-A65D-47DC-A029-0F10AEF518B5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D27B8-8DAF-4F43-B2CF-6B85E477B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89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86696-A65D-47DC-A029-0F10AEF518B5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D27B8-8DAF-4F43-B2CF-6B85E477B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861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86696-A65D-47DC-A029-0F10AEF518B5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D27B8-8DAF-4F43-B2CF-6B85E477B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341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86696-A65D-47DC-A029-0F10AEF518B5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D27B8-8DAF-4F43-B2CF-6B85E477B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12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86696-A65D-47DC-A029-0F10AEF518B5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D27B8-8DAF-4F43-B2CF-6B85E477B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48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86696-A65D-47DC-A029-0F10AEF518B5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D27B8-8DAF-4F43-B2CF-6B85E477B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733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86696-A65D-47DC-A029-0F10AEF518B5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D27B8-8DAF-4F43-B2CF-6B85E477B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289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86696-A65D-47DC-A029-0F10AEF518B5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D27B8-8DAF-4F43-B2CF-6B85E477B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5638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86696-A65D-47DC-A029-0F10AEF518B5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D27B8-8DAF-4F43-B2CF-6B85E477B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8538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86696-A65D-47DC-A029-0F10AEF518B5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D27B8-8DAF-4F43-B2CF-6B85E477B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3083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86696-A65D-47DC-A029-0F10AEF518B5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D27B8-8DAF-4F43-B2CF-6B85E477B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0823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86696-A65D-47DC-A029-0F10AEF518B5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D27B8-8DAF-4F43-B2CF-6B85E477B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2871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86696-A65D-47DC-A029-0F10AEF518B5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D27B8-8DAF-4F43-B2CF-6B85E477BA4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1144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86696-A65D-47DC-A029-0F10AEF518B5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D27B8-8DAF-4F43-B2CF-6B85E477B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10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4986696-A65D-47DC-A029-0F10AEF518B5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9BD27B8-8DAF-4F43-B2CF-6B85E477B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0014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0"/>
          <p:cNvSpPr/>
          <p:nvPr/>
        </p:nvSpPr>
        <p:spPr>
          <a:xfrm>
            <a:off x="2303000" y="1637533"/>
            <a:ext cx="7586000" cy="33024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82" name="Google Shape;282;p30"/>
          <p:cNvSpPr txBox="1">
            <a:spLocks noGrp="1"/>
          </p:cNvSpPr>
          <p:nvPr>
            <p:ph type="ctrTitle"/>
          </p:nvPr>
        </p:nvSpPr>
        <p:spPr>
          <a:xfrm>
            <a:off x="2136310" y="1725618"/>
            <a:ext cx="7856400" cy="3184548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7200" b="1" dirty="0"/>
              <a:t>Unsupervised</a:t>
            </a:r>
            <a:br>
              <a:rPr lang="en-US" sz="7200" b="1" dirty="0"/>
            </a:br>
            <a:r>
              <a:rPr lang="en-US" sz="7200" b="1" dirty="0"/>
              <a:t>Machine Learning</a:t>
            </a:r>
            <a:endParaRPr b="1" dirty="0">
              <a:solidFill>
                <a:srgbClr val="CC0000"/>
              </a:solidFill>
            </a:endParaRPr>
          </a:p>
        </p:txBody>
      </p:sp>
      <p:sp>
        <p:nvSpPr>
          <p:cNvPr id="283" name="Google Shape;283;p30"/>
          <p:cNvSpPr txBox="1">
            <a:spLocks noGrp="1"/>
          </p:cNvSpPr>
          <p:nvPr>
            <p:ph type="subTitle" idx="1"/>
          </p:nvPr>
        </p:nvSpPr>
        <p:spPr>
          <a:xfrm>
            <a:off x="2538765" y="5153888"/>
            <a:ext cx="7856400" cy="63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 rtl="1"/>
            <a:r>
              <a:rPr lang="en" sz="2000" b="1" dirty="0"/>
              <a:t>Eng- Mohamed Khaled Idris</a:t>
            </a:r>
          </a:p>
          <a:p>
            <a:pPr algn="ctr" rtl="1"/>
            <a:r>
              <a:rPr lang="en" sz="2000" b="1" dirty="0"/>
              <a:t>Eng- Mayar Swilam</a:t>
            </a:r>
            <a:endParaRPr sz="2000" b="1" dirty="0"/>
          </a:p>
        </p:txBody>
      </p:sp>
      <p:grpSp>
        <p:nvGrpSpPr>
          <p:cNvPr id="284" name="Google Shape;284;p30"/>
          <p:cNvGrpSpPr/>
          <p:nvPr/>
        </p:nvGrpSpPr>
        <p:grpSpPr>
          <a:xfrm>
            <a:off x="1342410" y="650129"/>
            <a:ext cx="384801" cy="1462257"/>
            <a:chOff x="1006700" y="2603975"/>
            <a:chExt cx="55450" cy="210700"/>
          </a:xfrm>
        </p:grpSpPr>
        <p:sp>
          <p:nvSpPr>
            <p:cNvPr id="285" name="Google Shape;285;p30"/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6" name="Google Shape;286;p30"/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7" name="Google Shape;287;p30"/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8" name="Google Shape;288;p30"/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9" name="Google Shape;289;p30"/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0" name="Google Shape;290;p30"/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91" name="Google Shape;291;p30"/>
          <p:cNvGrpSpPr/>
          <p:nvPr/>
        </p:nvGrpSpPr>
        <p:grpSpPr>
          <a:xfrm rot="5400000">
            <a:off x="10359410" y="5209029"/>
            <a:ext cx="384801" cy="1462257"/>
            <a:chOff x="1006700" y="2603975"/>
            <a:chExt cx="55450" cy="210700"/>
          </a:xfrm>
        </p:grpSpPr>
        <p:sp>
          <p:nvSpPr>
            <p:cNvPr id="292" name="Google Shape;292;p30"/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3" name="Google Shape;293;p30"/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4" name="Google Shape;294;p30"/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5" name="Google Shape;295;p30"/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6" name="Google Shape;296;p30"/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7" name="Google Shape;297;p30"/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98" name="Google Shape;298;p30"/>
          <p:cNvGrpSpPr/>
          <p:nvPr/>
        </p:nvGrpSpPr>
        <p:grpSpPr>
          <a:xfrm>
            <a:off x="734833" y="4839603"/>
            <a:ext cx="1571516" cy="1462255"/>
            <a:chOff x="827350" y="3629733"/>
            <a:chExt cx="1431600" cy="1332067"/>
          </a:xfrm>
        </p:grpSpPr>
        <p:sp>
          <p:nvSpPr>
            <p:cNvPr id="299" name="Google Shape;299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0" name="Google Shape;300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1" name="Google Shape;301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02" name="Google Shape;302;p30"/>
          <p:cNvGrpSpPr/>
          <p:nvPr/>
        </p:nvGrpSpPr>
        <p:grpSpPr>
          <a:xfrm>
            <a:off x="430136" y="3870413"/>
            <a:ext cx="1041632" cy="969212"/>
            <a:chOff x="827350" y="3629733"/>
            <a:chExt cx="1431600" cy="1332067"/>
          </a:xfrm>
        </p:grpSpPr>
        <p:sp>
          <p:nvSpPr>
            <p:cNvPr id="303" name="Google Shape;303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4" name="Google Shape;304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5" name="Google Shape;305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06" name="Google Shape;306;p30"/>
          <p:cNvGrpSpPr/>
          <p:nvPr/>
        </p:nvGrpSpPr>
        <p:grpSpPr>
          <a:xfrm>
            <a:off x="2421586" y="5859798"/>
            <a:ext cx="475100" cy="442069"/>
            <a:chOff x="827350" y="3629733"/>
            <a:chExt cx="1431600" cy="1332067"/>
          </a:xfrm>
        </p:grpSpPr>
        <p:sp>
          <p:nvSpPr>
            <p:cNvPr id="307" name="Google Shape;307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8" name="Google Shape;308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9" name="Google Shape;309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10" name="Google Shape;310;p30"/>
          <p:cNvGrpSpPr/>
          <p:nvPr/>
        </p:nvGrpSpPr>
        <p:grpSpPr>
          <a:xfrm>
            <a:off x="9955002" y="292951"/>
            <a:ext cx="1193573" cy="1110589"/>
            <a:chOff x="827350" y="3629733"/>
            <a:chExt cx="1431600" cy="1332067"/>
          </a:xfrm>
        </p:grpSpPr>
        <p:sp>
          <p:nvSpPr>
            <p:cNvPr id="311" name="Google Shape;311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2" name="Google Shape;312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3" name="Google Shape;313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14" name="Google Shape;314;p30"/>
          <p:cNvGrpSpPr/>
          <p:nvPr/>
        </p:nvGrpSpPr>
        <p:grpSpPr>
          <a:xfrm>
            <a:off x="10841711" y="1420954"/>
            <a:ext cx="798643" cy="743116"/>
            <a:chOff x="827350" y="3629733"/>
            <a:chExt cx="1431600" cy="1332067"/>
          </a:xfrm>
        </p:grpSpPr>
        <p:sp>
          <p:nvSpPr>
            <p:cNvPr id="315" name="Google Shape;315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6" name="Google Shape;316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7" name="Google Shape;317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18" name="Google Shape;318;p30"/>
          <p:cNvGrpSpPr/>
          <p:nvPr/>
        </p:nvGrpSpPr>
        <p:grpSpPr>
          <a:xfrm>
            <a:off x="9201641" y="827560"/>
            <a:ext cx="619024" cy="575985"/>
            <a:chOff x="827350" y="3629733"/>
            <a:chExt cx="1431600" cy="1332067"/>
          </a:xfrm>
        </p:grpSpPr>
        <p:sp>
          <p:nvSpPr>
            <p:cNvPr id="319" name="Google Shape;319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0" name="Google Shape;320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1" name="Google Shape;321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process&#10;&#10;Description automatically generated">
            <a:extLst>
              <a:ext uri="{FF2B5EF4-FFF2-40B4-BE49-F238E27FC236}">
                <a16:creationId xmlns:a16="http://schemas.microsoft.com/office/drawing/2014/main" id="{798CC066-2971-907F-5885-ED1CAE8640D9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1" y="-30475"/>
            <a:ext cx="12192000" cy="688847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880A8-640C-4590-0F9E-F40A0A898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6911" y="6309360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4B7E4EF-A1BD-40F4-AB7B-04F084DD991D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012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880A8-640C-4590-0F9E-F40A0A898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6911" y="6309360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4B7E4EF-A1BD-40F4-AB7B-04F084DD991D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CE20D9-38DF-26CF-A83A-86785A91B3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-177"/>
          <a:stretch/>
        </p:blipFill>
        <p:spPr>
          <a:xfrm>
            <a:off x="0" y="0"/>
            <a:ext cx="12192000" cy="687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296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B96D9-0EC9-F63C-9A1F-2D2A7912E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1860" y="1082676"/>
            <a:ext cx="8396140" cy="41497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/>
              <a:t>Unsupervised Machine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D7275-4EDE-1B69-03C5-30BDF9EF1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defTabSz="457200">
                <a:spcAft>
                  <a:spcPts val="600"/>
                </a:spcAft>
              </a:pPr>
              <a:t>4</a:t>
            </a:fld>
            <a:endParaRPr lang="en-US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3983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EFE97-72CC-426B-0099-3250C2A6F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Unsupervised Machine Learning 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BADDA-833A-3A0C-E3F6-8339924B1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 descr="A diagram of a machine learning process&#10;&#10;Description automatically generated">
            <a:extLst>
              <a:ext uri="{FF2B5EF4-FFF2-40B4-BE49-F238E27FC236}">
                <a16:creationId xmlns:a16="http://schemas.microsoft.com/office/drawing/2014/main" id="{87B46BDE-D627-F5D2-4EF6-489694CEB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790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38F7E-3596-CC19-8AAB-FCE92E42D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Machine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D00E4-B567-0403-8A40-ACE3F13D3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7941C1-9285-CE3C-4CD1-0ABA10D4C8FF}"/>
              </a:ext>
            </a:extLst>
          </p:cNvPr>
          <p:cNvSpPr txBox="1"/>
          <p:nvPr/>
        </p:nvSpPr>
        <p:spPr>
          <a:xfrm>
            <a:off x="1141412" y="2097088"/>
            <a:ext cx="99059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machine learning is a branch of machine learning where the goal is to uncover patterns, relationships, or structures within a dataset without the presence of explicit target labels or predefined outcomes.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1007D1-2BD8-8ABA-CF3B-0687CCCEE179}"/>
              </a:ext>
            </a:extLst>
          </p:cNvPr>
          <p:cNvSpPr txBox="1"/>
          <p:nvPr/>
        </p:nvSpPr>
        <p:spPr>
          <a:xfrm>
            <a:off x="1141411" y="3587267"/>
            <a:ext cx="99059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Unlike supervised learning, which involves training a model to make predictions based on labeled data, unsupervised learning focuses on finding inherent structures or groupings within the data itself.</a:t>
            </a:r>
          </a:p>
        </p:txBody>
      </p:sp>
    </p:spTree>
    <p:extLst>
      <p:ext uri="{BB962C8B-B14F-4D97-AF65-F5344CB8AC3E}">
        <p14:creationId xmlns:p14="http://schemas.microsoft.com/office/powerpoint/2010/main" val="2190472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28A78-FC7D-2803-4C16-B2566905A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Types of Unsupervised Machine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F47E1-488C-9284-3DAF-78262AAF0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1" y="6325403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defTabSz="457200">
                <a:spcAft>
                  <a:spcPts val="600"/>
                </a:spcAft>
              </a:pPr>
              <a:t>7</a:t>
            </a:fld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144D82E1-AF26-F2BB-50C9-2ADDAFE0A6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6194754"/>
              </p:ext>
            </p:extLst>
          </p:nvPr>
        </p:nvGraphicFramePr>
        <p:xfrm>
          <a:off x="1141411" y="2440771"/>
          <a:ext cx="99059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F5260AE-520D-8D88-F9BD-5F8D604A2115}"/>
              </a:ext>
            </a:extLst>
          </p:cNvPr>
          <p:cNvSpPr txBox="1"/>
          <p:nvPr/>
        </p:nvSpPr>
        <p:spPr>
          <a:xfrm>
            <a:off x="501978" y="4969363"/>
            <a:ext cx="568200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Clustering is the task of grouping a set of objects in such a way that objects in the same group are more similar to each other than to those in other groups. ■ Many applications uses clustering techniques intensively like Social network analysis, Libraries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75DE32-5FFF-488F-FC39-6144BFC5C53B}"/>
              </a:ext>
            </a:extLst>
          </p:cNvPr>
          <p:cNvSpPr txBox="1"/>
          <p:nvPr/>
        </p:nvSpPr>
        <p:spPr>
          <a:xfrm>
            <a:off x="6407870" y="4964552"/>
            <a:ext cx="578413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Dimensionality reduction, is the transformation of data from a high-dimensional space into a low-dimensional space so that the low-dimensional representation retains some meaningful properties of the original data. ■ Feature Selection and Feature extraction (projection).</a:t>
            </a:r>
          </a:p>
        </p:txBody>
      </p:sp>
    </p:spTree>
    <p:extLst>
      <p:ext uri="{BB962C8B-B14F-4D97-AF65-F5344CB8AC3E}">
        <p14:creationId xmlns:p14="http://schemas.microsoft.com/office/powerpoint/2010/main" val="939932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28A78-FC7D-2803-4C16-B2566905A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Types of Unsupervised Machine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F47E1-488C-9284-3DAF-78262AAF0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1" y="6325403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defTabSz="457200">
                <a:spcAft>
                  <a:spcPts val="600"/>
                </a:spcAft>
              </a:pPr>
              <a:t>8</a:t>
            </a:fld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144D82E1-AF26-F2BB-50C9-2ADDAFE0A69D}"/>
              </a:ext>
            </a:extLst>
          </p:cNvPr>
          <p:cNvGraphicFramePr/>
          <p:nvPr/>
        </p:nvGraphicFramePr>
        <p:xfrm>
          <a:off x="1141411" y="2440771"/>
          <a:ext cx="99059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7346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43DEA-604B-6EB6-3F16-8D1F395AA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Clustering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5022B-42A0-1F5A-64E7-C0F42B8B9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1" y="6325403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defTabSz="457200">
                <a:spcAft>
                  <a:spcPts val="600"/>
                </a:spcAft>
              </a:pPr>
              <a:t>9</a:t>
            </a:fld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DB40EFB7-CD5B-29E7-51EA-6F29FF52DCC7}"/>
              </a:ext>
            </a:extLst>
          </p:cNvPr>
          <p:cNvGraphicFramePr/>
          <p:nvPr/>
        </p:nvGraphicFramePr>
        <p:xfrm>
          <a:off x="1141411" y="2440771"/>
          <a:ext cx="99059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3809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7195D-32E9-CED2-03EA-728EA3E2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Dimensionality Reduction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41806-471F-004F-E884-69AEB06D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1" y="6325403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defTabSz="457200">
                <a:spcAft>
                  <a:spcPts val="600"/>
                </a:spcAft>
              </a:pPr>
              <a:t>10</a:t>
            </a:fld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2B5B6A4C-1C12-4E14-5D8D-FCA90173BEE5}"/>
              </a:ext>
            </a:extLst>
          </p:cNvPr>
          <p:cNvGraphicFramePr/>
          <p:nvPr/>
        </p:nvGraphicFramePr>
        <p:xfrm>
          <a:off x="1141411" y="2440771"/>
          <a:ext cx="99059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4073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67F3B-A771-CDFC-270A-2ABA13BCF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113" y="1122363"/>
            <a:ext cx="8467774" cy="4287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b="1" dirty="0"/>
              <a:t>What is Unsupervised Learning used for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FC21D-638D-E412-18E8-78AE193CF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64737" y="5410199"/>
            <a:ext cx="70326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defTabSz="457200">
                <a:spcAft>
                  <a:spcPts val="600"/>
                </a:spcAft>
              </a:pPr>
              <a:t>11</a:t>
            </a:fld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7590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49ABD-9D44-C2CF-0646-26895F2C2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329" y="1134681"/>
            <a:ext cx="3398159" cy="42550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Fields of Unsupervised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603A8-35BD-D7E1-A3A4-9B9F000F7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7217" y="5883274"/>
            <a:ext cx="69019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pPr defTabSz="457200">
                <a:spcAft>
                  <a:spcPts val="600"/>
                </a:spcAft>
              </a:pPr>
              <a:t>12</a:t>
            </a:fld>
            <a:endParaRPr lang="en-US" kern="120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44" name="TextBox 5">
            <a:extLst>
              <a:ext uri="{FF2B5EF4-FFF2-40B4-BE49-F238E27FC236}">
                <a16:creationId xmlns:a16="http://schemas.microsoft.com/office/drawing/2014/main" id="{F3C2D8FE-B6A4-38B5-844A-5F1C4C2D639B}"/>
              </a:ext>
            </a:extLst>
          </p:cNvPr>
          <p:cNvGraphicFramePr/>
          <p:nvPr/>
        </p:nvGraphicFramePr>
        <p:xfrm>
          <a:off x="4662189" y="1134682"/>
          <a:ext cx="6692748" cy="4255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3365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81A55-9C42-909A-72FD-D62B0901A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658" y="1354138"/>
            <a:ext cx="8540684" cy="41497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/>
              <a:t>Unsupervised Learning (Clustering)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96DA9-B4A5-CEDC-D93A-E21AA1E73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defTabSz="457200">
                <a:spcAft>
                  <a:spcPts val="600"/>
                </a:spcAft>
              </a:pPr>
              <a:t>13</a:t>
            </a:fld>
            <a:endParaRPr lang="en-US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4893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8ACDB-4D9D-561F-01DA-83BD39371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12397-1097-8D38-E5D6-84614DB4A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DD5D10-944B-E32B-8BDB-37C954F2A140}"/>
              </a:ext>
            </a:extLst>
          </p:cNvPr>
          <p:cNvSpPr txBox="1"/>
          <p:nvPr/>
        </p:nvSpPr>
        <p:spPr>
          <a:xfrm>
            <a:off x="1141412" y="2097088"/>
            <a:ext cx="99059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is an unsupervised machine learning technique that involves grouping similar data points together based on certain criteria.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1E4613-3DB9-58F2-C526-905B21ECB47E}"/>
              </a:ext>
            </a:extLst>
          </p:cNvPr>
          <p:cNvSpPr txBox="1"/>
          <p:nvPr/>
        </p:nvSpPr>
        <p:spPr>
          <a:xfrm>
            <a:off x="1141412" y="3429000"/>
            <a:ext cx="99059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goal of clustering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 to find natural groupings within a dataset without any predefined labels.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A17F0D-770D-2BAB-8A1A-24944178B711}"/>
              </a:ext>
            </a:extLst>
          </p:cNvPr>
          <p:cNvSpPr txBox="1"/>
          <p:nvPr/>
        </p:nvSpPr>
        <p:spPr>
          <a:xfrm>
            <a:off x="1141412" y="4551362"/>
            <a:ext cx="99059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Each group of data points is referred to as a "cluster," and the process of creating these clusters is known as "clustering."</a:t>
            </a:r>
          </a:p>
        </p:txBody>
      </p:sp>
    </p:spTree>
    <p:extLst>
      <p:ext uri="{BB962C8B-B14F-4D97-AF65-F5344CB8AC3E}">
        <p14:creationId xmlns:p14="http://schemas.microsoft.com/office/powerpoint/2010/main" val="4280768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of data with blue and black dots&#10;&#10;Description automatically generated">
            <a:extLst>
              <a:ext uri="{FF2B5EF4-FFF2-40B4-BE49-F238E27FC236}">
                <a16:creationId xmlns:a16="http://schemas.microsoft.com/office/drawing/2014/main" id="{A2440BB8-B167-E0FA-40E0-34C794532E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32" r="1" b="1"/>
          <a:stretch/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ADBCD-CBBD-E48E-D017-8AC19A887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1" y="6358784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>
                <a:solidFill>
                  <a:schemeClr val="bg1"/>
                </a:solidFill>
              </a:rPr>
              <a:pPr defTabSz="457200">
                <a:spcAft>
                  <a:spcPts val="600"/>
                </a:spcAft>
              </a:pPr>
              <a:t>15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7914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F162E-EBF5-CF79-5D62-D28F015B6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Algorithms for Clustering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63CA7-D189-BE8D-1A33-3FF011D36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80" name="TextBox 4">
            <a:extLst>
              <a:ext uri="{FF2B5EF4-FFF2-40B4-BE49-F238E27FC236}">
                <a16:creationId xmlns:a16="http://schemas.microsoft.com/office/drawing/2014/main" id="{C22295A7-393C-3E19-E78A-192762ECD431}"/>
              </a:ext>
            </a:extLst>
          </p:cNvPr>
          <p:cNvGraphicFramePr/>
          <p:nvPr/>
        </p:nvGraphicFramePr>
        <p:xfrm>
          <a:off x="1386840" y="2301239"/>
          <a:ext cx="7304521" cy="2862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9729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F162E-EBF5-CF79-5D62-D28F015B6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/>
              <a:t>K-Means Clustering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63CA7-D189-BE8D-1A33-3FF011D36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17</a:t>
            </a:fld>
            <a:endParaRPr lang="en-US"/>
          </a:p>
        </p:txBody>
      </p:sp>
      <p:pic>
        <p:nvPicPr>
          <p:cNvPr id="1030" name="Picture 6" descr="K-means: A Complete Introduction. K-means is an unsupervised clustering… |  by Alan Jeffares | Towards Data Science">
            <a:extLst>
              <a:ext uri="{FF2B5EF4-FFF2-40B4-BE49-F238E27FC236}">
                <a16:creationId xmlns:a16="http://schemas.microsoft.com/office/drawing/2014/main" id="{8CF7727E-30E0-FA6E-F540-C58682A30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679" y="2229996"/>
            <a:ext cx="8737391" cy="3640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52729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F162E-EBF5-CF79-5D62-D28F015B6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/>
              <a:t>Hierarchical Clustering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63CA7-D189-BE8D-1A33-3FF011D36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18</a:t>
            </a:fld>
            <a:endParaRPr lang="en-US"/>
          </a:p>
        </p:txBody>
      </p:sp>
      <p:pic>
        <p:nvPicPr>
          <p:cNvPr id="1026" name="Picture 2" descr="An Introduction to Hierarchical Clustering in Python | DataCamp">
            <a:extLst>
              <a:ext uri="{FF2B5EF4-FFF2-40B4-BE49-F238E27FC236}">
                <a16:creationId xmlns:a16="http://schemas.microsoft.com/office/drawing/2014/main" id="{7D97C9E7-01F3-375D-1285-29B8C849A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1" y="1866053"/>
            <a:ext cx="6235881" cy="4566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48678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F162E-EBF5-CF79-5D62-D28F015B6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/>
              <a:t>DBSCAN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63CA7-D189-BE8D-1A33-3FF011D36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19</a:t>
            </a:fld>
            <a:endParaRPr lang="en-US"/>
          </a:p>
        </p:txBody>
      </p:sp>
      <p:pic>
        <p:nvPicPr>
          <p:cNvPr id="2050" name="Picture 2" descr="dbscan-python/README.md at master · chriswernst/dbscan-python · GitHub">
            <a:extLst>
              <a:ext uri="{FF2B5EF4-FFF2-40B4-BE49-F238E27FC236}">
                <a16:creationId xmlns:a16="http://schemas.microsoft.com/office/drawing/2014/main" id="{5DDAC4D3-2705-A76C-147F-C042BC0A0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1859641"/>
            <a:ext cx="7894319" cy="4217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4016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659E0-2282-5970-3C4E-1A384C4A0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520" y="1354138"/>
            <a:ext cx="8235884" cy="41497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8000" b="1" dirty="0"/>
              <a:t>K-Means Clustering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56D92-DB1D-DFE3-38B4-B6E5C9BC0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defTabSz="457200">
                <a:spcAft>
                  <a:spcPts val="600"/>
                </a:spcAft>
              </a:pPr>
              <a:t>20</a:t>
            </a:fld>
            <a:endParaRPr lang="en-US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17447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8408A-A7EA-8EAB-8D7D-D11E83135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445" y="1168078"/>
            <a:ext cx="9048219" cy="1092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K-Means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D60C3-87A9-B198-944C-151B7E8AF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54575" y="6354522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 defTabSz="457200">
                <a:spcAft>
                  <a:spcPts val="600"/>
                </a:spcAft>
              </a:pPr>
              <a:t>21</a:t>
            </a:fld>
            <a:endParaRPr lang="en-US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TextBox 5">
            <a:extLst>
              <a:ext uri="{FF2B5EF4-FFF2-40B4-BE49-F238E27FC236}">
                <a16:creationId xmlns:a16="http://schemas.microsoft.com/office/drawing/2014/main" id="{CAEFA850-550F-7AA7-84C3-62C40937E2FF}"/>
              </a:ext>
            </a:extLst>
          </p:cNvPr>
          <p:cNvSpPr txBox="1"/>
          <p:nvPr/>
        </p:nvSpPr>
        <p:spPr>
          <a:xfrm>
            <a:off x="1577446" y="2413001"/>
            <a:ext cx="9048218" cy="30331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K-Means</a:t>
            </a:r>
            <a:r>
              <a: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is one of the most widely used clustering algorithms.</a:t>
            </a:r>
          </a:p>
          <a:p>
            <a:pPr marL="285750" indent="-2286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It's a partitioning method that divides a dataset into a specified number of clusters (k) based on the similarity of data points.</a:t>
            </a:r>
          </a:p>
          <a:p>
            <a:pPr marL="285750" indent="-2286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algorithm iteratively assigns data points to clusters and updates the cluster centers until convergence.</a:t>
            </a:r>
          </a:p>
        </p:txBody>
      </p:sp>
    </p:spTree>
    <p:extLst>
      <p:ext uri="{BB962C8B-B14F-4D97-AF65-F5344CB8AC3E}">
        <p14:creationId xmlns:p14="http://schemas.microsoft.com/office/powerpoint/2010/main" val="24751602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AADA7-45D6-0C08-DDC8-63F838850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Centroid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A5746-0AEF-9006-6673-20BB3F7DD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22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A51B2F-7D65-68DA-4206-012335696CBD}"/>
              </a:ext>
            </a:extLst>
          </p:cNvPr>
          <p:cNvSpPr txBox="1"/>
          <p:nvPr/>
        </p:nvSpPr>
        <p:spPr>
          <a:xfrm>
            <a:off x="1141412" y="2097088"/>
            <a:ext cx="99059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centroid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CENTRAL POINT</a:t>
            </a:r>
            <a:r>
              <a:rPr lang="en-US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that represents a group of data points within a cluster in a clustering algorithm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677BF9-7538-5252-E702-0A89E216C799}"/>
              </a:ext>
            </a:extLst>
          </p:cNvPr>
          <p:cNvSpPr txBox="1"/>
          <p:nvPr/>
        </p:nvSpPr>
        <p:spPr>
          <a:xfrm>
            <a:off x="1141411" y="3155952"/>
            <a:ext cx="99059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centroid serves as a reference point around which the data points in a cluster are grouped.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E01B59-D7C6-0FAD-61F2-F4EE76E21145}"/>
              </a:ext>
            </a:extLst>
          </p:cNvPr>
          <p:cNvSpPr txBox="1"/>
          <p:nvPr/>
        </p:nvSpPr>
        <p:spPr>
          <a:xfrm>
            <a:off x="1141411" y="4214816"/>
            <a:ext cx="99059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It's used to calculate the "center" of the cluster and is updated iteratively as the clustering algorithm progresses.</a:t>
            </a:r>
          </a:p>
        </p:txBody>
      </p:sp>
    </p:spTree>
    <p:extLst>
      <p:ext uri="{BB962C8B-B14F-4D97-AF65-F5344CB8AC3E}">
        <p14:creationId xmlns:p14="http://schemas.microsoft.com/office/powerpoint/2010/main" val="21182898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DC996-CC7F-00F9-F140-90927290A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24533" y="5413248"/>
            <a:ext cx="6434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defTabSz="457200">
                <a:spcAft>
                  <a:spcPts val="600"/>
                </a:spcAft>
              </a:pPr>
              <a:t>23</a:t>
            </a:fld>
            <a:endParaRPr lang="en-US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07D36B-E0AE-EC76-DFFB-08C8892E3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1216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DC996-CC7F-00F9-F140-90927290A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24533" y="5413248"/>
            <a:ext cx="6434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defTabSz="457200">
                <a:spcAft>
                  <a:spcPts val="600"/>
                </a:spcAft>
              </a:pPr>
              <a:t>24</a:t>
            </a:fld>
            <a:endParaRPr lang="en-US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FAC708-1CC1-48F2-B30D-FAA0BD0A7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2881361-C531-C6D6-FD1A-50C448A8D36A}"/>
                  </a:ext>
                </a:extLst>
              </p14:cNvPr>
              <p14:cNvContentPartPr/>
              <p14:nvPr/>
            </p14:nvContentPartPr>
            <p14:xfrm>
              <a:off x="336600" y="533520"/>
              <a:ext cx="10998360" cy="59817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2881361-C531-C6D6-FD1A-50C448A8D36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7240" y="524160"/>
                <a:ext cx="11017080" cy="600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797176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C55A-86A6-455B-799D-DDDAAE8DA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0997" y="1348606"/>
            <a:ext cx="7559039" cy="30273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1" dirty="0"/>
              <a:t>How it works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DC996-CC7F-00F9-F140-90927290A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24533" y="5413248"/>
            <a:ext cx="6434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defTabSz="457200">
                <a:spcAft>
                  <a:spcPts val="600"/>
                </a:spcAft>
              </a:pPr>
              <a:t>25</a:t>
            </a:fld>
            <a:endParaRPr lang="en-US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09383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BF821-2662-277A-4130-A77A11DE7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330" y="1134681"/>
            <a:ext cx="2743310" cy="42550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dirty="0">
                <a:solidFill>
                  <a:srgbClr val="FFFFFF"/>
                </a:solidFill>
              </a:rPr>
              <a:t>Initialization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89E2C-4A8F-7CE0-0F52-E133797F9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7217" y="5883274"/>
            <a:ext cx="69019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pPr defTabSz="457200">
                <a:spcAft>
                  <a:spcPts val="600"/>
                </a:spcAft>
              </a:pPr>
              <a:t>26</a:t>
            </a:fld>
            <a:endParaRPr lang="en-US" kern="120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6" name="TextBox 5">
            <a:extLst>
              <a:ext uri="{FF2B5EF4-FFF2-40B4-BE49-F238E27FC236}">
                <a16:creationId xmlns:a16="http://schemas.microsoft.com/office/drawing/2014/main" id="{E3063B9B-14E7-63CD-97A1-D6CF8B0FAA31}"/>
              </a:ext>
            </a:extLst>
          </p:cNvPr>
          <p:cNvGraphicFramePr/>
          <p:nvPr/>
        </p:nvGraphicFramePr>
        <p:xfrm>
          <a:off x="4662189" y="1134682"/>
          <a:ext cx="6692748" cy="4255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611005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97721-DF5E-0878-740E-D58B42DC2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330" y="1134681"/>
            <a:ext cx="2743310" cy="42550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Assignment Step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D152E-1564-09CB-00EC-3C564CDFF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7217" y="5883274"/>
            <a:ext cx="69019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pPr defTabSz="457200">
                <a:spcAft>
                  <a:spcPts val="600"/>
                </a:spcAft>
              </a:pPr>
              <a:t>27</a:t>
            </a:fld>
            <a:endParaRPr lang="en-US" kern="120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09A87AEE-CB98-D2BF-A58A-6353101E9855}"/>
              </a:ext>
            </a:extLst>
          </p:cNvPr>
          <p:cNvGraphicFramePr/>
          <p:nvPr/>
        </p:nvGraphicFramePr>
        <p:xfrm>
          <a:off x="4662189" y="1134682"/>
          <a:ext cx="6692748" cy="4255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487850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0B114-ABB8-59D3-6D62-7B48E53DA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233" y="4539573"/>
            <a:ext cx="8957534" cy="11828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>
                <a:solidFill>
                  <a:srgbClr val="FFFFFF"/>
                </a:solidFill>
              </a:rPr>
              <a:t>Revise: Distance Metrics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3E388-07F2-8D46-468F-80F1FA52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6911" y="6309360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4B7E4EF-A1BD-40F4-AB7B-04F084DD991D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28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6" name="Picture 5" descr="A blue and green squares with white text&#10;&#10;Description automatically generated">
            <a:extLst>
              <a:ext uri="{FF2B5EF4-FFF2-40B4-BE49-F238E27FC236}">
                <a16:creationId xmlns:a16="http://schemas.microsoft.com/office/drawing/2014/main" id="{21D715BA-288C-9BE4-5D9F-DEA81F5B0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551" y="951493"/>
            <a:ext cx="6330836" cy="297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0398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B5C70-67B6-0EDC-BC01-8B0BF5E5D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330" y="1134681"/>
            <a:ext cx="2743310" cy="42550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Update Step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C4F6B2-3430-39D6-56E4-3B5F0E8A2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7217" y="5883274"/>
            <a:ext cx="69019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pPr defTabSz="457200">
                <a:spcAft>
                  <a:spcPts val="600"/>
                </a:spcAft>
              </a:pPr>
              <a:t>29</a:t>
            </a:fld>
            <a:endParaRPr lang="en-US" kern="120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5E99C6BD-071A-1DC7-F9D3-A7245F764585}"/>
              </a:ext>
            </a:extLst>
          </p:cNvPr>
          <p:cNvGraphicFramePr/>
          <p:nvPr/>
        </p:nvGraphicFramePr>
        <p:xfrm>
          <a:off x="4662189" y="1134682"/>
          <a:ext cx="6692748" cy="4255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18796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B0425-3CC9-44B9-6F36-EEFCF2E8A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330" y="1134681"/>
            <a:ext cx="2743310" cy="42550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Iteration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F7CF9-BB07-A578-16F7-FF194BF90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7217" y="5883274"/>
            <a:ext cx="69019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pPr defTabSz="457200">
                <a:spcAft>
                  <a:spcPts val="600"/>
                </a:spcAft>
              </a:pPr>
              <a:t>30</a:t>
            </a:fld>
            <a:endParaRPr lang="en-US" kern="120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C8F846C1-C698-B406-29C5-D3678226F7EA}"/>
              </a:ext>
            </a:extLst>
          </p:cNvPr>
          <p:cNvGraphicFramePr/>
          <p:nvPr/>
        </p:nvGraphicFramePr>
        <p:xfrm>
          <a:off x="4662189" y="1134682"/>
          <a:ext cx="6692748" cy="4255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31410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1BAED-D6A7-EFFA-E2E5-BFF23F44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82673"/>
            <a:ext cx="2869416" cy="47085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3100" dirty="0"/>
              <a:t>Convergence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788E1-1363-46DD-9C5B-B562E56E4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defTabSz="457200">
                <a:spcAft>
                  <a:spcPts val="600"/>
                </a:spcAft>
              </a:pPr>
              <a:t>31</a:t>
            </a:fld>
            <a:endParaRPr lang="en-US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8303A0-A74D-CA84-4F9A-D52396A8038C}"/>
              </a:ext>
            </a:extLst>
          </p:cNvPr>
          <p:cNvSpPr txBox="1"/>
          <p:nvPr/>
        </p:nvSpPr>
        <p:spPr>
          <a:xfrm>
            <a:off x="5297763" y="1082673"/>
            <a:ext cx="5751237" cy="47085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algn="just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will converge when the cluster assignments and centroids no longer change significantly between iterations.</a:t>
            </a:r>
          </a:p>
        </p:txBody>
      </p:sp>
    </p:spTree>
    <p:extLst>
      <p:ext uri="{BB962C8B-B14F-4D97-AF65-F5344CB8AC3E}">
        <p14:creationId xmlns:p14="http://schemas.microsoft.com/office/powerpoint/2010/main" val="8814661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6F88E-E049-2297-FA25-7B1F0732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765" y="1260475"/>
            <a:ext cx="9282259" cy="41497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b="1" dirty="0"/>
              <a:t>How to choose the appropriate number of 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A5D3E-47D6-577A-789B-57AD99C22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defTabSz="457200">
                <a:spcAft>
                  <a:spcPts val="600"/>
                </a:spcAft>
              </a:pPr>
              <a:t>32</a:t>
            </a:fld>
            <a:endParaRPr lang="en-US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77071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5E465-4661-3728-AADB-87AF8F08A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function of k-means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EF8D4-2809-459B-EB3B-328F9D06A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33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CE7116-605E-F87C-7316-D526AAB18B63}"/>
              </a:ext>
            </a:extLst>
          </p:cNvPr>
          <p:cNvSpPr txBox="1"/>
          <p:nvPr/>
        </p:nvSpPr>
        <p:spPr>
          <a:xfrm>
            <a:off x="1141412" y="2097088"/>
            <a:ext cx="99059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cost function of K-Means, also known as the objective function or distortion function, quantifies how well the data points in a cluster are grouped around their respective centroids.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3A6B0A-FF55-5EB4-956E-253D57403276}"/>
              </a:ext>
            </a:extLst>
          </p:cNvPr>
          <p:cNvSpPr txBox="1"/>
          <p:nvPr/>
        </p:nvSpPr>
        <p:spPr>
          <a:xfrm>
            <a:off x="1141412" y="3620849"/>
            <a:ext cx="99059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goal of the K-Means algorithm is to minimize this cost function, which essentially means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MINIMIZING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sum of squared distances between data points and their assigned cluster centroids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94508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5F6EEBC-ADC6-8669-54D1-1C38D3922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196" y="1463532"/>
            <a:ext cx="10247316" cy="394521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A9411-E601-CA77-1772-973244426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34B7E4EF-A1BD-40F4-AB7B-04F084DD991D}" type="slidenum">
              <a:rPr lang="en-US" smtClean="0"/>
              <a:pPr>
                <a:spcAft>
                  <a:spcPts val="600"/>
                </a:spcAft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703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06AE4-37EA-CF9A-BBFC-2B1FBC47F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7397" y="1113282"/>
            <a:ext cx="3489569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Cost function for different number of K</a:t>
            </a:r>
            <a:br>
              <a:rPr lang="en-US" sz="3400">
                <a:solidFill>
                  <a:srgbClr val="FFFFFF"/>
                </a:solidFill>
              </a:rPr>
            </a:br>
            <a:r>
              <a:rPr lang="en-US" sz="3400">
                <a:solidFill>
                  <a:srgbClr val="FFFFFF"/>
                </a:solidFill>
              </a:rPr>
              <a:t>(Elbow Method)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9FDC0-C7B9-2654-2C4B-84B6DA937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6911" y="6309360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4B7E4EF-A1BD-40F4-AB7B-04F084DD991D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35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6" name="Picture 5" descr="A graph with a red line and blue line&#10;&#10;Description automatically generated">
            <a:extLst>
              <a:ext uri="{FF2B5EF4-FFF2-40B4-BE49-F238E27FC236}">
                <a16:creationId xmlns:a16="http://schemas.microsoft.com/office/drawing/2014/main" id="{E987F104-20F7-1CC9-0C8B-A52B0FF06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988" y="1454011"/>
            <a:ext cx="6112382" cy="3942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3316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682F6-5971-7F2B-8ADC-1574589AE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7397" y="1113282"/>
            <a:ext cx="3489569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Advantages of K-Means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9087D0-979A-8276-2DB0-8E37659BB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6911" y="6309360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4B7E4EF-A1BD-40F4-AB7B-04F084DD991D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36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6DD192A6-40E4-81C7-7A12-59A563CF0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988" y="1881929"/>
            <a:ext cx="6112382" cy="308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5478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CA15D-3872-223F-42D5-8637120D2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7397" y="1113282"/>
            <a:ext cx="3489569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Disadvantages of K-Means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772CFE-D2BE-9F5C-AE3B-000D5A34C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6911" y="6309360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4B7E4EF-A1BD-40F4-AB7B-04F084DD991D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37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21DA4A77-A682-9B6F-1A79-041D6482A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723" y="1136606"/>
            <a:ext cx="5898911" cy="457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1920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7EC64-DCC7-BA69-516B-11DF69532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1668" y="1215496"/>
            <a:ext cx="5367866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/>
              <a:t>Questions</a:t>
            </a:r>
          </a:p>
        </p:txBody>
      </p:sp>
      <p:pic>
        <p:nvPicPr>
          <p:cNvPr id="69" name="Graphic 5" descr="Help">
            <a:extLst>
              <a:ext uri="{FF2B5EF4-FFF2-40B4-BE49-F238E27FC236}">
                <a16:creationId xmlns:a16="http://schemas.microsoft.com/office/drawing/2014/main" id="{F7C49DB2-71C7-42D8-790C-EFD11E09B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503" y="1539186"/>
            <a:ext cx="3525628" cy="3525628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831105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792BD-7658-2385-8108-0E3A9F1FF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328334"/>
            <a:ext cx="6858000" cy="136789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8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151666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264</TotalTime>
  <Words>1056</Words>
  <Application>Microsoft Office PowerPoint</Application>
  <PresentationFormat>Widescreen</PresentationFormat>
  <Paragraphs>119</Paragraphs>
  <Slides>39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Times New Roman</vt:lpstr>
      <vt:lpstr>Celestial</vt:lpstr>
      <vt:lpstr>Unsupervised Machine Learning</vt:lpstr>
      <vt:lpstr>PowerPoint Presentation</vt:lpstr>
      <vt:lpstr>PowerPoint Presentation</vt:lpstr>
      <vt:lpstr>Unsupervised Machine Learning</vt:lpstr>
      <vt:lpstr>What is Unsupervised Machine Learning ?</vt:lpstr>
      <vt:lpstr>Unsupervised Machine Learning</vt:lpstr>
      <vt:lpstr>Types of Unsupervised Machine Learning</vt:lpstr>
      <vt:lpstr>Types of Unsupervised Machine Learning</vt:lpstr>
      <vt:lpstr>Clustering</vt:lpstr>
      <vt:lpstr>Dimensionality Reduction</vt:lpstr>
      <vt:lpstr>What is Unsupervised Learning used for ?</vt:lpstr>
      <vt:lpstr>Fields of Unsupervised Learning</vt:lpstr>
      <vt:lpstr>Unsupervised Learning (Clustering)</vt:lpstr>
      <vt:lpstr>Clustering</vt:lpstr>
      <vt:lpstr>PowerPoint Presentation</vt:lpstr>
      <vt:lpstr>Algorithms for Clustering</vt:lpstr>
      <vt:lpstr>K-Means Clustering</vt:lpstr>
      <vt:lpstr>Hierarchical Clustering</vt:lpstr>
      <vt:lpstr>DBSCAN</vt:lpstr>
      <vt:lpstr>K-Means Clustering</vt:lpstr>
      <vt:lpstr>K-Means Algorithm</vt:lpstr>
      <vt:lpstr>Centroid</vt:lpstr>
      <vt:lpstr>PowerPoint Presentation</vt:lpstr>
      <vt:lpstr>PowerPoint Presentation</vt:lpstr>
      <vt:lpstr>How it works ?</vt:lpstr>
      <vt:lpstr>Initialization</vt:lpstr>
      <vt:lpstr>Assignment Step</vt:lpstr>
      <vt:lpstr>Revise: Distance Metrics</vt:lpstr>
      <vt:lpstr>Update Step</vt:lpstr>
      <vt:lpstr>Iteration</vt:lpstr>
      <vt:lpstr>Convergence</vt:lpstr>
      <vt:lpstr>How to choose the appropriate number of k?</vt:lpstr>
      <vt:lpstr>Cost function of k-means</vt:lpstr>
      <vt:lpstr>PowerPoint Presentation</vt:lpstr>
      <vt:lpstr>Cost function for different number of K (Elbow Method)</vt:lpstr>
      <vt:lpstr>Advantages of K-Means</vt:lpstr>
      <vt:lpstr>Disadvantages of K-Means</vt:lpstr>
      <vt:lpstr>Questions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UnSupervised Machine Learning</dc:title>
  <dc:creator>Muhammad Khaled Muhammad Muhammad Ali Idris</dc:creator>
  <cp:lastModifiedBy>Muhammad Khaled Muhammad Muhammad Ali Idris</cp:lastModifiedBy>
  <cp:revision>10</cp:revision>
  <dcterms:created xsi:type="dcterms:W3CDTF">2023-11-06T20:42:38Z</dcterms:created>
  <dcterms:modified xsi:type="dcterms:W3CDTF">2023-11-28T22:01:36Z</dcterms:modified>
</cp:coreProperties>
</file>