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40"/>
  </p:notesMasterIdLst>
  <p:sldIdLst>
    <p:sldId id="403" r:id="rId2"/>
    <p:sldId id="265" r:id="rId3"/>
    <p:sldId id="273" r:id="rId4"/>
    <p:sldId id="274" r:id="rId5"/>
    <p:sldId id="275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9" r:id="rId15"/>
    <p:sldId id="276" r:id="rId16"/>
    <p:sldId id="288" r:id="rId17"/>
    <p:sldId id="279" r:id="rId18"/>
    <p:sldId id="374" r:id="rId19"/>
    <p:sldId id="290" r:id="rId20"/>
    <p:sldId id="307" r:id="rId21"/>
    <p:sldId id="308" r:id="rId22"/>
    <p:sldId id="309" r:id="rId23"/>
    <p:sldId id="310" r:id="rId24"/>
    <p:sldId id="311" r:id="rId25"/>
    <p:sldId id="314" r:id="rId26"/>
    <p:sldId id="315" r:id="rId27"/>
    <p:sldId id="317" r:id="rId28"/>
    <p:sldId id="318" r:id="rId29"/>
    <p:sldId id="319" r:id="rId30"/>
    <p:sldId id="320" r:id="rId31"/>
    <p:sldId id="327" r:id="rId32"/>
    <p:sldId id="322" r:id="rId33"/>
    <p:sldId id="330" r:id="rId34"/>
    <p:sldId id="331" r:id="rId35"/>
    <p:sldId id="335" r:id="rId36"/>
    <p:sldId id="375" r:id="rId37"/>
    <p:sldId id="372" r:id="rId38"/>
    <p:sldId id="37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3E74BA-0A4E-4AE5-A62F-8B147FBEAD8F}">
          <p14:sldIdLst>
            <p14:sldId id="403"/>
            <p14:sldId id="265"/>
          </p14:sldIdLst>
        </p14:section>
        <p14:section name="Section 1" id="{CA61A317-A5DD-4AD9-85F3-80ED69EB98F2}">
          <p14:sldIdLst>
            <p14:sldId id="273"/>
            <p14:sldId id="274"/>
            <p14:sldId id="275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76"/>
            <p14:sldId id="288"/>
            <p14:sldId id="279"/>
            <p14:sldId id="374"/>
            <p14:sldId id="290"/>
            <p14:sldId id="307"/>
            <p14:sldId id="308"/>
            <p14:sldId id="309"/>
            <p14:sldId id="310"/>
            <p14:sldId id="311"/>
            <p14:sldId id="314"/>
            <p14:sldId id="315"/>
            <p14:sldId id="317"/>
            <p14:sldId id="318"/>
            <p14:sldId id="319"/>
            <p14:sldId id="320"/>
            <p14:sldId id="327"/>
            <p14:sldId id="322"/>
            <p14:sldId id="330"/>
            <p14:sldId id="331"/>
            <p14:sldId id="335"/>
            <p14:sldId id="375"/>
            <p14:sldId id="372"/>
            <p14:sldId id="3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0" autoAdjust="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49B22A-5630-4F84-898D-2DCE388DC733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DE4A252-061F-4167-9DFE-C581E58E8895}">
      <dgm:prSet/>
      <dgm:spPr/>
      <dgm:t>
        <a:bodyPr/>
        <a:lstStyle/>
        <a:p>
          <a:r>
            <a:rPr lang="en-US" dirty="0"/>
            <a:t>Try to fit the previous points on a line</a:t>
          </a:r>
        </a:p>
      </dgm:t>
    </dgm:pt>
    <dgm:pt modelId="{B56EFADF-196E-40CE-A1DC-FA42108665AA}" type="parTrans" cxnId="{34513FC8-4097-4560-BD64-BBD882B4B796}">
      <dgm:prSet/>
      <dgm:spPr/>
      <dgm:t>
        <a:bodyPr/>
        <a:lstStyle/>
        <a:p>
          <a:endParaRPr lang="en-US"/>
        </a:p>
      </dgm:t>
    </dgm:pt>
    <dgm:pt modelId="{7F2A14D0-BEBE-4BDF-AD27-E30787C275B4}" type="sibTrans" cxnId="{34513FC8-4097-4560-BD64-BBD882B4B79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681A739-2E49-4A4C-BEF6-3D4F51F5C3F4}">
      <dgm:prSet custT="1"/>
      <dgm:spPr/>
      <dgm:t>
        <a:bodyPr/>
        <a:lstStyle/>
        <a:p>
          <a:r>
            <a:rPr lang="en-US" sz="1800" dirty="0"/>
            <a:t>Use the slope equation and find the slope</a:t>
          </a:r>
        </a:p>
        <a:p>
          <a:r>
            <a:rPr lang="en-US" sz="1600" dirty="0"/>
            <a:t>m = y2 – y1 / x2 – x1</a:t>
          </a:r>
          <a:endParaRPr lang="en-US" sz="1800" dirty="0"/>
        </a:p>
      </dgm:t>
    </dgm:pt>
    <dgm:pt modelId="{547F831E-5FE5-46AE-ADD5-FBAF4A877447}" type="parTrans" cxnId="{A89EC3A8-4311-44D9-90F9-9729D100947E}">
      <dgm:prSet/>
      <dgm:spPr/>
      <dgm:t>
        <a:bodyPr/>
        <a:lstStyle/>
        <a:p>
          <a:endParaRPr lang="en-US"/>
        </a:p>
      </dgm:t>
    </dgm:pt>
    <dgm:pt modelId="{F248A883-6CE7-4F93-9F6E-5D5B5496E6B3}" type="sibTrans" cxnId="{A89EC3A8-4311-44D9-90F9-9729D100947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E7BCB8F-0DC7-44AD-9363-26F6D9154E55}">
      <dgm:prSet/>
      <dgm:spPr/>
      <dgm:t>
        <a:bodyPr/>
        <a:lstStyle/>
        <a:p>
          <a:r>
            <a:rPr lang="en-US" dirty="0"/>
            <a:t>Find the y-intercept e.g. b of the equation</a:t>
          </a:r>
        </a:p>
      </dgm:t>
    </dgm:pt>
    <dgm:pt modelId="{236A6D8F-30F8-4819-A6AC-730AA9057154}" type="parTrans" cxnId="{83B93179-458C-453F-8508-EE6B62E7AEF9}">
      <dgm:prSet/>
      <dgm:spPr/>
      <dgm:t>
        <a:bodyPr/>
        <a:lstStyle/>
        <a:p>
          <a:endParaRPr lang="en-US"/>
        </a:p>
      </dgm:t>
    </dgm:pt>
    <dgm:pt modelId="{F69D05D6-4A58-44A3-99E6-AE467FF31990}" type="sibTrans" cxnId="{83B93179-458C-453F-8508-EE6B62E7AEF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F389E77-75D3-42BD-87C0-C3519BE8FFEE}">
      <dgm:prSet/>
      <dgm:spPr/>
      <dgm:t>
        <a:bodyPr/>
        <a:lstStyle/>
        <a:p>
          <a:r>
            <a:rPr lang="en-US" dirty="0"/>
            <a:t>Substitute x values on the equation to find the y values</a:t>
          </a:r>
        </a:p>
      </dgm:t>
    </dgm:pt>
    <dgm:pt modelId="{5F9A2EA9-E2B8-4BCD-99E3-AD3C371033F0}" type="parTrans" cxnId="{19231436-E163-465A-B45A-7B2A5E8AE161}">
      <dgm:prSet/>
      <dgm:spPr/>
      <dgm:t>
        <a:bodyPr/>
        <a:lstStyle/>
        <a:p>
          <a:endParaRPr lang="en-US"/>
        </a:p>
      </dgm:t>
    </dgm:pt>
    <dgm:pt modelId="{83EE27C8-244F-4F40-8C06-B343BFCEBF42}" type="sibTrans" cxnId="{19231436-E163-465A-B45A-7B2A5E8AE16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09DF0112-5341-44F7-885C-E98619C9933A}" type="pres">
      <dgm:prSet presAssocID="{AB49B22A-5630-4F84-898D-2DCE388DC733}" presName="Name0" presStyleCnt="0">
        <dgm:presLayoutVars>
          <dgm:animLvl val="lvl"/>
          <dgm:resizeHandles val="exact"/>
        </dgm:presLayoutVars>
      </dgm:prSet>
      <dgm:spPr/>
    </dgm:pt>
    <dgm:pt modelId="{EC697386-270E-4193-A4E8-0B52F0617730}" type="pres">
      <dgm:prSet presAssocID="{0DE4A252-061F-4167-9DFE-C581E58E8895}" presName="compositeNode" presStyleCnt="0">
        <dgm:presLayoutVars>
          <dgm:bulletEnabled val="1"/>
        </dgm:presLayoutVars>
      </dgm:prSet>
      <dgm:spPr/>
    </dgm:pt>
    <dgm:pt modelId="{B5E8BEAB-C74F-4756-AB63-D455B980FB0A}" type="pres">
      <dgm:prSet presAssocID="{0DE4A252-061F-4167-9DFE-C581E58E8895}" presName="bgRect" presStyleLbl="bgAccFollowNode1" presStyleIdx="0" presStyleCnt="4"/>
      <dgm:spPr/>
    </dgm:pt>
    <dgm:pt modelId="{9817197B-BCA6-4132-A93F-3CE0FD60BFF4}" type="pres">
      <dgm:prSet presAssocID="{7F2A14D0-BEBE-4BDF-AD27-E30787C275B4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CF05313-B938-4D9B-B0CE-2278C15354C3}" type="pres">
      <dgm:prSet presAssocID="{0DE4A252-061F-4167-9DFE-C581E58E8895}" presName="bottomLine" presStyleLbl="alignNode1" presStyleIdx="1" presStyleCnt="8">
        <dgm:presLayoutVars/>
      </dgm:prSet>
      <dgm:spPr/>
    </dgm:pt>
    <dgm:pt modelId="{04081401-9BCD-4DB0-AFF9-4230B327D29B}" type="pres">
      <dgm:prSet presAssocID="{0DE4A252-061F-4167-9DFE-C581E58E8895}" presName="nodeText" presStyleLbl="bgAccFollowNode1" presStyleIdx="0" presStyleCnt="4">
        <dgm:presLayoutVars>
          <dgm:bulletEnabled val="1"/>
        </dgm:presLayoutVars>
      </dgm:prSet>
      <dgm:spPr/>
    </dgm:pt>
    <dgm:pt modelId="{FEEC9069-2E7E-458F-9491-2EBB4BFA258A}" type="pres">
      <dgm:prSet presAssocID="{7F2A14D0-BEBE-4BDF-AD27-E30787C275B4}" presName="sibTrans" presStyleCnt="0"/>
      <dgm:spPr/>
    </dgm:pt>
    <dgm:pt modelId="{5A8F9ED5-39E9-4B94-865D-F47D6E4615C7}" type="pres">
      <dgm:prSet presAssocID="{3681A739-2E49-4A4C-BEF6-3D4F51F5C3F4}" presName="compositeNode" presStyleCnt="0">
        <dgm:presLayoutVars>
          <dgm:bulletEnabled val="1"/>
        </dgm:presLayoutVars>
      </dgm:prSet>
      <dgm:spPr/>
    </dgm:pt>
    <dgm:pt modelId="{036308DE-1E68-406F-B3A0-96BACEFEFE51}" type="pres">
      <dgm:prSet presAssocID="{3681A739-2E49-4A4C-BEF6-3D4F51F5C3F4}" presName="bgRect" presStyleLbl="bgAccFollowNode1" presStyleIdx="1" presStyleCnt="4"/>
      <dgm:spPr/>
    </dgm:pt>
    <dgm:pt modelId="{C57E7E84-9001-44A9-9ABB-308ED30C0902}" type="pres">
      <dgm:prSet presAssocID="{F248A883-6CE7-4F93-9F6E-5D5B5496E6B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2C42F86-EEB0-4059-9AED-8EB4850F5405}" type="pres">
      <dgm:prSet presAssocID="{3681A739-2E49-4A4C-BEF6-3D4F51F5C3F4}" presName="bottomLine" presStyleLbl="alignNode1" presStyleIdx="3" presStyleCnt="8">
        <dgm:presLayoutVars/>
      </dgm:prSet>
      <dgm:spPr/>
    </dgm:pt>
    <dgm:pt modelId="{FF0B11FC-8F89-4252-8672-3ECD6FD77C19}" type="pres">
      <dgm:prSet presAssocID="{3681A739-2E49-4A4C-BEF6-3D4F51F5C3F4}" presName="nodeText" presStyleLbl="bgAccFollowNode1" presStyleIdx="1" presStyleCnt="4">
        <dgm:presLayoutVars>
          <dgm:bulletEnabled val="1"/>
        </dgm:presLayoutVars>
      </dgm:prSet>
      <dgm:spPr/>
    </dgm:pt>
    <dgm:pt modelId="{18F8A3CA-2128-44CE-A41E-4C4145196E95}" type="pres">
      <dgm:prSet presAssocID="{F248A883-6CE7-4F93-9F6E-5D5B5496E6B3}" presName="sibTrans" presStyleCnt="0"/>
      <dgm:spPr/>
    </dgm:pt>
    <dgm:pt modelId="{CC42040B-1D10-42B4-9FC3-B72B8A256BFB}" type="pres">
      <dgm:prSet presAssocID="{1E7BCB8F-0DC7-44AD-9363-26F6D9154E55}" presName="compositeNode" presStyleCnt="0">
        <dgm:presLayoutVars>
          <dgm:bulletEnabled val="1"/>
        </dgm:presLayoutVars>
      </dgm:prSet>
      <dgm:spPr/>
    </dgm:pt>
    <dgm:pt modelId="{0781A76E-917A-4B3F-950D-930785279C43}" type="pres">
      <dgm:prSet presAssocID="{1E7BCB8F-0DC7-44AD-9363-26F6D9154E55}" presName="bgRect" presStyleLbl="bgAccFollowNode1" presStyleIdx="2" presStyleCnt="4"/>
      <dgm:spPr/>
    </dgm:pt>
    <dgm:pt modelId="{F9DDE3A5-80A2-4F27-93CB-CA1B28FD2E54}" type="pres">
      <dgm:prSet presAssocID="{F69D05D6-4A58-44A3-99E6-AE467FF3199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4DA0D7B-C6BB-46C6-B2F0-8B3F6FCDFA59}" type="pres">
      <dgm:prSet presAssocID="{1E7BCB8F-0DC7-44AD-9363-26F6D9154E55}" presName="bottomLine" presStyleLbl="alignNode1" presStyleIdx="5" presStyleCnt="8">
        <dgm:presLayoutVars/>
      </dgm:prSet>
      <dgm:spPr/>
    </dgm:pt>
    <dgm:pt modelId="{210B9CE5-4157-47E3-AA59-B77DFC394151}" type="pres">
      <dgm:prSet presAssocID="{1E7BCB8F-0DC7-44AD-9363-26F6D9154E55}" presName="nodeText" presStyleLbl="bgAccFollowNode1" presStyleIdx="2" presStyleCnt="4">
        <dgm:presLayoutVars>
          <dgm:bulletEnabled val="1"/>
        </dgm:presLayoutVars>
      </dgm:prSet>
      <dgm:spPr/>
    </dgm:pt>
    <dgm:pt modelId="{C2FB2330-3A40-4D0E-8561-2000DA6EE6B1}" type="pres">
      <dgm:prSet presAssocID="{F69D05D6-4A58-44A3-99E6-AE467FF31990}" presName="sibTrans" presStyleCnt="0"/>
      <dgm:spPr/>
    </dgm:pt>
    <dgm:pt modelId="{33589704-3C36-45CB-B413-E474E1472A81}" type="pres">
      <dgm:prSet presAssocID="{0F389E77-75D3-42BD-87C0-C3519BE8FFEE}" presName="compositeNode" presStyleCnt="0">
        <dgm:presLayoutVars>
          <dgm:bulletEnabled val="1"/>
        </dgm:presLayoutVars>
      </dgm:prSet>
      <dgm:spPr/>
    </dgm:pt>
    <dgm:pt modelId="{72DB829E-8196-44AD-B95D-354F18F17ECE}" type="pres">
      <dgm:prSet presAssocID="{0F389E77-75D3-42BD-87C0-C3519BE8FFEE}" presName="bgRect" presStyleLbl="bgAccFollowNode1" presStyleIdx="3" presStyleCnt="4"/>
      <dgm:spPr/>
    </dgm:pt>
    <dgm:pt modelId="{7CB064D4-5154-47DB-A82F-69597A312730}" type="pres">
      <dgm:prSet presAssocID="{83EE27C8-244F-4F40-8C06-B343BFCEBF42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682ECE0-EA21-40B4-AE53-AC3E93909236}" type="pres">
      <dgm:prSet presAssocID="{0F389E77-75D3-42BD-87C0-C3519BE8FFEE}" presName="bottomLine" presStyleLbl="alignNode1" presStyleIdx="7" presStyleCnt="8">
        <dgm:presLayoutVars/>
      </dgm:prSet>
      <dgm:spPr/>
    </dgm:pt>
    <dgm:pt modelId="{8D06E1F4-66E1-44B1-9E0A-8108F7016D09}" type="pres">
      <dgm:prSet presAssocID="{0F389E77-75D3-42BD-87C0-C3519BE8FFE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26B8912-76B3-4CE0-BA8F-DC1948A907F4}" type="presOf" srcId="{0DE4A252-061F-4167-9DFE-C581E58E8895}" destId="{04081401-9BCD-4DB0-AFF9-4230B327D29B}" srcOrd="1" destOrd="0" presId="urn:microsoft.com/office/officeart/2016/7/layout/BasicLinearProcessNumbered"/>
    <dgm:cxn modelId="{E9620D18-3CB8-4DA7-8D92-32B36FB3971C}" type="presOf" srcId="{1E7BCB8F-0DC7-44AD-9363-26F6D9154E55}" destId="{210B9CE5-4157-47E3-AA59-B77DFC394151}" srcOrd="1" destOrd="0" presId="urn:microsoft.com/office/officeart/2016/7/layout/BasicLinearProcessNumbered"/>
    <dgm:cxn modelId="{692DA919-FE9A-46D3-BABD-95DD9E8CD369}" type="presOf" srcId="{83EE27C8-244F-4F40-8C06-B343BFCEBF42}" destId="{7CB064D4-5154-47DB-A82F-69597A312730}" srcOrd="0" destOrd="0" presId="urn:microsoft.com/office/officeart/2016/7/layout/BasicLinearProcessNumbered"/>
    <dgm:cxn modelId="{0476361D-AF70-4BD9-9E67-E6BCEF906A28}" type="presOf" srcId="{F248A883-6CE7-4F93-9F6E-5D5B5496E6B3}" destId="{C57E7E84-9001-44A9-9ABB-308ED30C0902}" srcOrd="0" destOrd="0" presId="urn:microsoft.com/office/officeart/2016/7/layout/BasicLinearProcessNumbered"/>
    <dgm:cxn modelId="{19231436-E163-465A-B45A-7B2A5E8AE161}" srcId="{AB49B22A-5630-4F84-898D-2DCE388DC733}" destId="{0F389E77-75D3-42BD-87C0-C3519BE8FFEE}" srcOrd="3" destOrd="0" parTransId="{5F9A2EA9-E2B8-4BCD-99E3-AD3C371033F0}" sibTransId="{83EE27C8-244F-4F40-8C06-B343BFCEBF42}"/>
    <dgm:cxn modelId="{4F82C540-F540-43A6-99ED-5D7FD1D5A184}" type="presOf" srcId="{7F2A14D0-BEBE-4BDF-AD27-E30787C275B4}" destId="{9817197B-BCA6-4132-A93F-3CE0FD60BFF4}" srcOrd="0" destOrd="0" presId="urn:microsoft.com/office/officeart/2016/7/layout/BasicLinearProcessNumbered"/>
    <dgm:cxn modelId="{D885FF4A-0809-4377-98DF-4558FA2D629F}" type="presOf" srcId="{F69D05D6-4A58-44A3-99E6-AE467FF31990}" destId="{F9DDE3A5-80A2-4F27-93CB-CA1B28FD2E54}" srcOrd="0" destOrd="0" presId="urn:microsoft.com/office/officeart/2016/7/layout/BasicLinearProcessNumbered"/>
    <dgm:cxn modelId="{C8599753-9B77-4490-97C7-C000D284D532}" type="presOf" srcId="{3681A739-2E49-4A4C-BEF6-3D4F51F5C3F4}" destId="{036308DE-1E68-406F-B3A0-96BACEFEFE51}" srcOrd="0" destOrd="0" presId="urn:microsoft.com/office/officeart/2016/7/layout/BasicLinearProcessNumbered"/>
    <dgm:cxn modelId="{83B93179-458C-453F-8508-EE6B62E7AEF9}" srcId="{AB49B22A-5630-4F84-898D-2DCE388DC733}" destId="{1E7BCB8F-0DC7-44AD-9363-26F6D9154E55}" srcOrd="2" destOrd="0" parTransId="{236A6D8F-30F8-4819-A6AC-730AA9057154}" sibTransId="{F69D05D6-4A58-44A3-99E6-AE467FF31990}"/>
    <dgm:cxn modelId="{6442AD59-C671-4EB9-88EA-CD64A3774706}" type="presOf" srcId="{3681A739-2E49-4A4C-BEF6-3D4F51F5C3F4}" destId="{FF0B11FC-8F89-4252-8672-3ECD6FD77C19}" srcOrd="1" destOrd="0" presId="urn:microsoft.com/office/officeart/2016/7/layout/BasicLinearProcessNumbered"/>
    <dgm:cxn modelId="{B173978A-D226-46B9-A986-446F56985E52}" type="presOf" srcId="{AB49B22A-5630-4F84-898D-2DCE388DC733}" destId="{09DF0112-5341-44F7-885C-E98619C9933A}" srcOrd="0" destOrd="0" presId="urn:microsoft.com/office/officeart/2016/7/layout/BasicLinearProcessNumbered"/>
    <dgm:cxn modelId="{328F738F-04D0-45EF-8768-A957F510D217}" type="presOf" srcId="{0DE4A252-061F-4167-9DFE-C581E58E8895}" destId="{B5E8BEAB-C74F-4756-AB63-D455B980FB0A}" srcOrd="0" destOrd="0" presId="urn:microsoft.com/office/officeart/2016/7/layout/BasicLinearProcessNumbered"/>
    <dgm:cxn modelId="{9F0C2991-DF6C-4B9A-9346-5F6B63F4E3DF}" type="presOf" srcId="{1E7BCB8F-0DC7-44AD-9363-26F6D9154E55}" destId="{0781A76E-917A-4B3F-950D-930785279C43}" srcOrd="0" destOrd="0" presId="urn:microsoft.com/office/officeart/2016/7/layout/BasicLinearProcessNumbered"/>
    <dgm:cxn modelId="{A89EC3A8-4311-44D9-90F9-9729D100947E}" srcId="{AB49B22A-5630-4F84-898D-2DCE388DC733}" destId="{3681A739-2E49-4A4C-BEF6-3D4F51F5C3F4}" srcOrd="1" destOrd="0" parTransId="{547F831E-5FE5-46AE-ADD5-FBAF4A877447}" sibTransId="{F248A883-6CE7-4F93-9F6E-5D5B5496E6B3}"/>
    <dgm:cxn modelId="{34513FC8-4097-4560-BD64-BBD882B4B796}" srcId="{AB49B22A-5630-4F84-898D-2DCE388DC733}" destId="{0DE4A252-061F-4167-9DFE-C581E58E8895}" srcOrd="0" destOrd="0" parTransId="{B56EFADF-196E-40CE-A1DC-FA42108665AA}" sibTransId="{7F2A14D0-BEBE-4BDF-AD27-E30787C275B4}"/>
    <dgm:cxn modelId="{F81A67D0-8920-40D8-9ECC-4B1BB1CE7391}" type="presOf" srcId="{0F389E77-75D3-42BD-87C0-C3519BE8FFEE}" destId="{72DB829E-8196-44AD-B95D-354F18F17ECE}" srcOrd="0" destOrd="0" presId="urn:microsoft.com/office/officeart/2016/7/layout/BasicLinearProcessNumbered"/>
    <dgm:cxn modelId="{05AE46F5-9CE1-4014-958A-8FE5B90E10F2}" type="presOf" srcId="{0F389E77-75D3-42BD-87C0-C3519BE8FFEE}" destId="{8D06E1F4-66E1-44B1-9E0A-8108F7016D09}" srcOrd="1" destOrd="0" presId="urn:microsoft.com/office/officeart/2016/7/layout/BasicLinearProcessNumbered"/>
    <dgm:cxn modelId="{8B235F49-AF02-4814-B91A-BE6A7DD7D1E0}" type="presParOf" srcId="{09DF0112-5341-44F7-885C-E98619C9933A}" destId="{EC697386-270E-4193-A4E8-0B52F0617730}" srcOrd="0" destOrd="0" presId="urn:microsoft.com/office/officeart/2016/7/layout/BasicLinearProcessNumbered"/>
    <dgm:cxn modelId="{5DEE8AB1-6CAD-41B5-A068-F625A79B8023}" type="presParOf" srcId="{EC697386-270E-4193-A4E8-0B52F0617730}" destId="{B5E8BEAB-C74F-4756-AB63-D455B980FB0A}" srcOrd="0" destOrd="0" presId="urn:microsoft.com/office/officeart/2016/7/layout/BasicLinearProcessNumbered"/>
    <dgm:cxn modelId="{4154DF1C-F314-4796-82CF-B0B84ACF4A6A}" type="presParOf" srcId="{EC697386-270E-4193-A4E8-0B52F0617730}" destId="{9817197B-BCA6-4132-A93F-3CE0FD60BFF4}" srcOrd="1" destOrd="0" presId="urn:microsoft.com/office/officeart/2016/7/layout/BasicLinearProcessNumbered"/>
    <dgm:cxn modelId="{65FE930D-1BA1-44AC-8DC8-8392EFD895DD}" type="presParOf" srcId="{EC697386-270E-4193-A4E8-0B52F0617730}" destId="{3CF05313-B938-4D9B-B0CE-2278C15354C3}" srcOrd="2" destOrd="0" presId="urn:microsoft.com/office/officeart/2016/7/layout/BasicLinearProcessNumbered"/>
    <dgm:cxn modelId="{FBF639DA-7B4C-4B51-B8E7-0F72C95BF3B5}" type="presParOf" srcId="{EC697386-270E-4193-A4E8-0B52F0617730}" destId="{04081401-9BCD-4DB0-AFF9-4230B327D29B}" srcOrd="3" destOrd="0" presId="urn:microsoft.com/office/officeart/2016/7/layout/BasicLinearProcessNumbered"/>
    <dgm:cxn modelId="{4E4B33F1-0F62-43C3-9C1D-93F247114D8A}" type="presParOf" srcId="{09DF0112-5341-44F7-885C-E98619C9933A}" destId="{FEEC9069-2E7E-458F-9491-2EBB4BFA258A}" srcOrd="1" destOrd="0" presId="urn:microsoft.com/office/officeart/2016/7/layout/BasicLinearProcessNumbered"/>
    <dgm:cxn modelId="{50F73055-0652-40E3-B928-726B77867727}" type="presParOf" srcId="{09DF0112-5341-44F7-885C-E98619C9933A}" destId="{5A8F9ED5-39E9-4B94-865D-F47D6E4615C7}" srcOrd="2" destOrd="0" presId="urn:microsoft.com/office/officeart/2016/7/layout/BasicLinearProcessNumbered"/>
    <dgm:cxn modelId="{9B7B2A32-7C3E-453B-A1D1-D3A877412067}" type="presParOf" srcId="{5A8F9ED5-39E9-4B94-865D-F47D6E4615C7}" destId="{036308DE-1E68-406F-B3A0-96BACEFEFE51}" srcOrd="0" destOrd="0" presId="urn:microsoft.com/office/officeart/2016/7/layout/BasicLinearProcessNumbered"/>
    <dgm:cxn modelId="{A65DD77A-047A-40D4-8F98-E864877E055E}" type="presParOf" srcId="{5A8F9ED5-39E9-4B94-865D-F47D6E4615C7}" destId="{C57E7E84-9001-44A9-9ABB-308ED30C0902}" srcOrd="1" destOrd="0" presId="urn:microsoft.com/office/officeart/2016/7/layout/BasicLinearProcessNumbered"/>
    <dgm:cxn modelId="{37CFA1C8-4C12-4A75-9326-EF96A9EEA33A}" type="presParOf" srcId="{5A8F9ED5-39E9-4B94-865D-F47D6E4615C7}" destId="{12C42F86-EEB0-4059-9AED-8EB4850F5405}" srcOrd="2" destOrd="0" presId="urn:microsoft.com/office/officeart/2016/7/layout/BasicLinearProcessNumbered"/>
    <dgm:cxn modelId="{A4E498C2-662E-4F06-974B-3EFFD69C81ED}" type="presParOf" srcId="{5A8F9ED5-39E9-4B94-865D-F47D6E4615C7}" destId="{FF0B11FC-8F89-4252-8672-3ECD6FD77C19}" srcOrd="3" destOrd="0" presId="urn:microsoft.com/office/officeart/2016/7/layout/BasicLinearProcessNumbered"/>
    <dgm:cxn modelId="{4B32F41F-8701-4048-9298-8DE0FA2B19D3}" type="presParOf" srcId="{09DF0112-5341-44F7-885C-E98619C9933A}" destId="{18F8A3CA-2128-44CE-A41E-4C4145196E95}" srcOrd="3" destOrd="0" presId="urn:microsoft.com/office/officeart/2016/7/layout/BasicLinearProcessNumbered"/>
    <dgm:cxn modelId="{E83B93BB-E035-49B4-9BD5-6B4463F274D4}" type="presParOf" srcId="{09DF0112-5341-44F7-885C-E98619C9933A}" destId="{CC42040B-1D10-42B4-9FC3-B72B8A256BFB}" srcOrd="4" destOrd="0" presId="urn:microsoft.com/office/officeart/2016/7/layout/BasicLinearProcessNumbered"/>
    <dgm:cxn modelId="{6479756F-F74B-4AF9-9C5F-A7B33F813149}" type="presParOf" srcId="{CC42040B-1D10-42B4-9FC3-B72B8A256BFB}" destId="{0781A76E-917A-4B3F-950D-930785279C43}" srcOrd="0" destOrd="0" presId="urn:microsoft.com/office/officeart/2016/7/layout/BasicLinearProcessNumbered"/>
    <dgm:cxn modelId="{BC8F08FC-D4B3-44C8-9B80-B954043B54E3}" type="presParOf" srcId="{CC42040B-1D10-42B4-9FC3-B72B8A256BFB}" destId="{F9DDE3A5-80A2-4F27-93CB-CA1B28FD2E54}" srcOrd="1" destOrd="0" presId="urn:microsoft.com/office/officeart/2016/7/layout/BasicLinearProcessNumbered"/>
    <dgm:cxn modelId="{B2C95B6C-40D4-4ED7-A773-C402A45A14B1}" type="presParOf" srcId="{CC42040B-1D10-42B4-9FC3-B72B8A256BFB}" destId="{14DA0D7B-C6BB-46C6-B2F0-8B3F6FCDFA59}" srcOrd="2" destOrd="0" presId="urn:microsoft.com/office/officeart/2016/7/layout/BasicLinearProcessNumbered"/>
    <dgm:cxn modelId="{1D44DA85-5EC7-4DB7-BF53-CB958D81D1ED}" type="presParOf" srcId="{CC42040B-1D10-42B4-9FC3-B72B8A256BFB}" destId="{210B9CE5-4157-47E3-AA59-B77DFC394151}" srcOrd="3" destOrd="0" presId="urn:microsoft.com/office/officeart/2016/7/layout/BasicLinearProcessNumbered"/>
    <dgm:cxn modelId="{0F8E7AF8-769F-41D5-AAA6-B04EDFE15C17}" type="presParOf" srcId="{09DF0112-5341-44F7-885C-E98619C9933A}" destId="{C2FB2330-3A40-4D0E-8561-2000DA6EE6B1}" srcOrd="5" destOrd="0" presId="urn:microsoft.com/office/officeart/2016/7/layout/BasicLinearProcessNumbered"/>
    <dgm:cxn modelId="{B655F8BF-B074-4C43-BE96-B7464F99BD4F}" type="presParOf" srcId="{09DF0112-5341-44F7-885C-E98619C9933A}" destId="{33589704-3C36-45CB-B413-E474E1472A81}" srcOrd="6" destOrd="0" presId="urn:microsoft.com/office/officeart/2016/7/layout/BasicLinearProcessNumbered"/>
    <dgm:cxn modelId="{FF56C251-FA0A-446A-9005-368036A7C29F}" type="presParOf" srcId="{33589704-3C36-45CB-B413-E474E1472A81}" destId="{72DB829E-8196-44AD-B95D-354F18F17ECE}" srcOrd="0" destOrd="0" presId="urn:microsoft.com/office/officeart/2016/7/layout/BasicLinearProcessNumbered"/>
    <dgm:cxn modelId="{F9DA2BEF-06D6-4853-800B-BCC3F1A84316}" type="presParOf" srcId="{33589704-3C36-45CB-B413-E474E1472A81}" destId="{7CB064D4-5154-47DB-A82F-69597A312730}" srcOrd="1" destOrd="0" presId="urn:microsoft.com/office/officeart/2016/7/layout/BasicLinearProcessNumbered"/>
    <dgm:cxn modelId="{45A02852-FB44-4027-B369-DB75D19BD777}" type="presParOf" srcId="{33589704-3C36-45CB-B413-E474E1472A81}" destId="{5682ECE0-EA21-40B4-AE53-AC3E93909236}" srcOrd="2" destOrd="0" presId="urn:microsoft.com/office/officeart/2016/7/layout/BasicLinearProcessNumbered"/>
    <dgm:cxn modelId="{41444223-6CA9-4DD8-854E-D520A053169C}" type="presParOf" srcId="{33589704-3C36-45CB-B413-E474E1472A81}" destId="{8D06E1F4-66E1-44B1-9E0A-8108F7016D0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5B1000-5DB8-4561-9B5E-DE5FCD9B39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F90708-6B1A-4B53-86C9-A06B363749CD}">
      <dgm:prSet/>
      <dgm:spPr/>
      <dgm:t>
        <a:bodyPr/>
        <a:lstStyle/>
        <a:p>
          <a:r>
            <a:rPr lang="en-US" b="1" dirty="0"/>
            <a:t>Prediction:</a:t>
          </a:r>
          <a:r>
            <a:rPr lang="en-US" dirty="0"/>
            <a:t> Given new input values, regression models can be used to predict the likely value of the dependent variable.</a:t>
          </a:r>
        </a:p>
      </dgm:t>
    </dgm:pt>
    <dgm:pt modelId="{75DCED2E-A601-488D-B154-C2033B2A7034}" type="parTrans" cxnId="{FF9DD2AC-9A44-4237-B02B-F497606E7328}">
      <dgm:prSet/>
      <dgm:spPr/>
      <dgm:t>
        <a:bodyPr/>
        <a:lstStyle/>
        <a:p>
          <a:endParaRPr lang="en-US"/>
        </a:p>
      </dgm:t>
    </dgm:pt>
    <dgm:pt modelId="{741A8B06-4188-4879-AB35-9CAD93C69A5E}" type="sibTrans" cxnId="{FF9DD2AC-9A44-4237-B02B-F497606E7328}">
      <dgm:prSet/>
      <dgm:spPr/>
      <dgm:t>
        <a:bodyPr/>
        <a:lstStyle/>
        <a:p>
          <a:endParaRPr lang="en-US"/>
        </a:p>
      </dgm:t>
    </dgm:pt>
    <dgm:pt modelId="{565A5FEC-2B5C-457D-89AB-0B71CEB08B0A}">
      <dgm:prSet/>
      <dgm:spPr/>
      <dgm:t>
        <a:bodyPr/>
        <a:lstStyle/>
        <a:p>
          <a:r>
            <a:rPr lang="en-US" b="1" dirty="0"/>
            <a:t>Inference:</a:t>
          </a:r>
          <a:r>
            <a:rPr lang="en-US" dirty="0"/>
            <a:t> Regression analysis can help us understand the relationship between variables and provide insights into how changes in the predictors affect the outcome.</a:t>
          </a:r>
        </a:p>
      </dgm:t>
    </dgm:pt>
    <dgm:pt modelId="{C78218F3-F414-435B-B364-2C5D02012062}" type="parTrans" cxnId="{7E4E0C50-AC13-460D-8B5E-38B67636003F}">
      <dgm:prSet/>
      <dgm:spPr/>
      <dgm:t>
        <a:bodyPr/>
        <a:lstStyle/>
        <a:p>
          <a:endParaRPr lang="en-US"/>
        </a:p>
      </dgm:t>
    </dgm:pt>
    <dgm:pt modelId="{5F868F8F-0137-46AB-A8B7-151D1AEE0D12}" type="sibTrans" cxnId="{7E4E0C50-AC13-460D-8B5E-38B67636003F}">
      <dgm:prSet/>
      <dgm:spPr/>
      <dgm:t>
        <a:bodyPr/>
        <a:lstStyle/>
        <a:p>
          <a:endParaRPr lang="en-US"/>
        </a:p>
      </dgm:t>
    </dgm:pt>
    <dgm:pt modelId="{B3F6CEDF-5D71-4C31-9F98-186117F59060}">
      <dgm:prSet/>
      <dgm:spPr/>
      <dgm:t>
        <a:bodyPr/>
        <a:lstStyle/>
        <a:p>
          <a:r>
            <a:rPr lang="en-US" b="1" dirty="0"/>
            <a:t>Control:</a:t>
          </a:r>
          <a:r>
            <a:rPr lang="en-US" dirty="0"/>
            <a:t> In experimental settings, regression can be used to determine how changes in the independent variables impact the dependent variable, allowing for better control over the experimental conditions.</a:t>
          </a:r>
        </a:p>
      </dgm:t>
    </dgm:pt>
    <dgm:pt modelId="{62571484-ED21-4933-B5C2-F8B2D911634B}" type="parTrans" cxnId="{148793B5-52D0-4843-82CA-DE340D478E33}">
      <dgm:prSet/>
      <dgm:spPr/>
      <dgm:t>
        <a:bodyPr/>
        <a:lstStyle/>
        <a:p>
          <a:endParaRPr lang="en-US"/>
        </a:p>
      </dgm:t>
    </dgm:pt>
    <dgm:pt modelId="{F00622F5-F881-45C9-BD88-6ECF295504A7}" type="sibTrans" cxnId="{148793B5-52D0-4843-82CA-DE340D478E33}">
      <dgm:prSet/>
      <dgm:spPr/>
      <dgm:t>
        <a:bodyPr/>
        <a:lstStyle/>
        <a:p>
          <a:endParaRPr lang="en-US"/>
        </a:p>
      </dgm:t>
    </dgm:pt>
    <dgm:pt modelId="{ED8CEB28-0F76-4963-AD6A-5832332CE1BD}" type="pres">
      <dgm:prSet presAssocID="{AE5B1000-5DB8-4561-9B5E-DE5FCD9B3960}" presName="root" presStyleCnt="0">
        <dgm:presLayoutVars>
          <dgm:dir/>
          <dgm:resizeHandles val="exact"/>
        </dgm:presLayoutVars>
      </dgm:prSet>
      <dgm:spPr/>
    </dgm:pt>
    <dgm:pt modelId="{61467892-BDBE-4E58-BAB1-9082E0E890CF}" type="pres">
      <dgm:prSet presAssocID="{A5F90708-6B1A-4B53-86C9-A06B363749CD}" presName="compNode" presStyleCnt="0"/>
      <dgm:spPr/>
    </dgm:pt>
    <dgm:pt modelId="{067E983A-C1DB-4041-858D-E851B83C9F20}" type="pres">
      <dgm:prSet presAssocID="{A5F90708-6B1A-4B53-86C9-A06B363749CD}" presName="bgRect" presStyleLbl="bgShp" presStyleIdx="0" presStyleCnt="3"/>
      <dgm:spPr/>
    </dgm:pt>
    <dgm:pt modelId="{7EC6652A-68BB-4F69-95B9-FAD940A6D16F}" type="pres">
      <dgm:prSet presAssocID="{A5F90708-6B1A-4B53-86C9-A06B363749CD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55BB488-CB82-4AA6-B766-17685C0F6524}" type="pres">
      <dgm:prSet presAssocID="{A5F90708-6B1A-4B53-86C9-A06B363749CD}" presName="spaceRect" presStyleCnt="0"/>
      <dgm:spPr/>
    </dgm:pt>
    <dgm:pt modelId="{D2892F32-B935-488F-B2B3-E072339AE367}" type="pres">
      <dgm:prSet presAssocID="{A5F90708-6B1A-4B53-86C9-A06B363749CD}" presName="parTx" presStyleLbl="revTx" presStyleIdx="0" presStyleCnt="3">
        <dgm:presLayoutVars>
          <dgm:chMax val="0"/>
          <dgm:chPref val="0"/>
        </dgm:presLayoutVars>
      </dgm:prSet>
      <dgm:spPr/>
    </dgm:pt>
    <dgm:pt modelId="{8FA48957-0767-42DE-A621-BCDCDCF59E5A}" type="pres">
      <dgm:prSet presAssocID="{741A8B06-4188-4879-AB35-9CAD93C69A5E}" presName="sibTrans" presStyleCnt="0"/>
      <dgm:spPr/>
    </dgm:pt>
    <dgm:pt modelId="{7115E72E-B509-4514-A1A6-D2EA1B9D301F}" type="pres">
      <dgm:prSet presAssocID="{565A5FEC-2B5C-457D-89AB-0B71CEB08B0A}" presName="compNode" presStyleCnt="0"/>
      <dgm:spPr/>
    </dgm:pt>
    <dgm:pt modelId="{AAA9D59D-BB9F-4191-BA56-CDA0433D80A4}" type="pres">
      <dgm:prSet presAssocID="{565A5FEC-2B5C-457D-89AB-0B71CEB08B0A}" presName="bgRect" presStyleLbl="bgShp" presStyleIdx="1" presStyleCnt="3"/>
      <dgm:spPr/>
    </dgm:pt>
    <dgm:pt modelId="{1B2124F0-04B4-407E-AC07-8B78078DB28D}" type="pres">
      <dgm:prSet presAssocID="{565A5FEC-2B5C-457D-89AB-0B71CEB08B0A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9322BD8-54F2-4099-A1AB-FB8A18BF768E}" type="pres">
      <dgm:prSet presAssocID="{565A5FEC-2B5C-457D-89AB-0B71CEB08B0A}" presName="spaceRect" presStyleCnt="0"/>
      <dgm:spPr/>
    </dgm:pt>
    <dgm:pt modelId="{893CEE89-8BCA-4768-923F-FED3E4E80F77}" type="pres">
      <dgm:prSet presAssocID="{565A5FEC-2B5C-457D-89AB-0B71CEB08B0A}" presName="parTx" presStyleLbl="revTx" presStyleIdx="1" presStyleCnt="3">
        <dgm:presLayoutVars>
          <dgm:chMax val="0"/>
          <dgm:chPref val="0"/>
        </dgm:presLayoutVars>
      </dgm:prSet>
      <dgm:spPr/>
    </dgm:pt>
    <dgm:pt modelId="{6053DBDB-99A1-44F9-80FA-EBF4C3FB79B8}" type="pres">
      <dgm:prSet presAssocID="{5F868F8F-0137-46AB-A8B7-151D1AEE0D12}" presName="sibTrans" presStyleCnt="0"/>
      <dgm:spPr/>
    </dgm:pt>
    <dgm:pt modelId="{CC36565C-99A2-4CED-9287-390012B279F6}" type="pres">
      <dgm:prSet presAssocID="{B3F6CEDF-5D71-4C31-9F98-186117F59060}" presName="compNode" presStyleCnt="0"/>
      <dgm:spPr/>
    </dgm:pt>
    <dgm:pt modelId="{DDB17DA7-E8F6-4BBC-9763-BDE882A480A8}" type="pres">
      <dgm:prSet presAssocID="{B3F6CEDF-5D71-4C31-9F98-186117F59060}" presName="bgRect" presStyleLbl="bgShp" presStyleIdx="2" presStyleCnt="3"/>
      <dgm:spPr/>
    </dgm:pt>
    <dgm:pt modelId="{C08D4D64-D73E-4F80-8E01-253C2FDB918A}" type="pres">
      <dgm:prSet presAssocID="{B3F6CEDF-5D71-4C31-9F98-186117F59060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93DDA28E-D938-44FF-839D-A705751AB62C}" type="pres">
      <dgm:prSet presAssocID="{B3F6CEDF-5D71-4C31-9F98-186117F59060}" presName="spaceRect" presStyleCnt="0"/>
      <dgm:spPr/>
    </dgm:pt>
    <dgm:pt modelId="{B1D5428B-4A3C-4F5C-8A70-BAE5704F2046}" type="pres">
      <dgm:prSet presAssocID="{B3F6CEDF-5D71-4C31-9F98-186117F590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E4E0C50-AC13-460D-8B5E-38B67636003F}" srcId="{AE5B1000-5DB8-4561-9B5E-DE5FCD9B3960}" destId="{565A5FEC-2B5C-457D-89AB-0B71CEB08B0A}" srcOrd="1" destOrd="0" parTransId="{C78218F3-F414-435B-B364-2C5D02012062}" sibTransId="{5F868F8F-0137-46AB-A8B7-151D1AEE0D12}"/>
    <dgm:cxn modelId="{BE7FB487-D73B-44C5-A7B8-D2324C9DA535}" type="presOf" srcId="{B3F6CEDF-5D71-4C31-9F98-186117F59060}" destId="{B1D5428B-4A3C-4F5C-8A70-BAE5704F2046}" srcOrd="0" destOrd="0" presId="urn:microsoft.com/office/officeart/2018/2/layout/IconVerticalSolidList"/>
    <dgm:cxn modelId="{14411989-EC85-44BF-B9AE-6B55AB200BD9}" type="presOf" srcId="{AE5B1000-5DB8-4561-9B5E-DE5FCD9B3960}" destId="{ED8CEB28-0F76-4963-AD6A-5832332CE1BD}" srcOrd="0" destOrd="0" presId="urn:microsoft.com/office/officeart/2018/2/layout/IconVerticalSolidList"/>
    <dgm:cxn modelId="{7ADE92A2-E710-4420-990A-4E17944EE7EC}" type="presOf" srcId="{565A5FEC-2B5C-457D-89AB-0B71CEB08B0A}" destId="{893CEE89-8BCA-4768-923F-FED3E4E80F77}" srcOrd="0" destOrd="0" presId="urn:microsoft.com/office/officeart/2018/2/layout/IconVerticalSolidList"/>
    <dgm:cxn modelId="{236BE4A4-FB36-4A53-A553-BE2FC695F069}" type="presOf" srcId="{A5F90708-6B1A-4B53-86C9-A06B363749CD}" destId="{D2892F32-B935-488F-B2B3-E072339AE367}" srcOrd="0" destOrd="0" presId="urn:microsoft.com/office/officeart/2018/2/layout/IconVerticalSolidList"/>
    <dgm:cxn modelId="{FF9DD2AC-9A44-4237-B02B-F497606E7328}" srcId="{AE5B1000-5DB8-4561-9B5E-DE5FCD9B3960}" destId="{A5F90708-6B1A-4B53-86C9-A06B363749CD}" srcOrd="0" destOrd="0" parTransId="{75DCED2E-A601-488D-B154-C2033B2A7034}" sibTransId="{741A8B06-4188-4879-AB35-9CAD93C69A5E}"/>
    <dgm:cxn modelId="{148793B5-52D0-4843-82CA-DE340D478E33}" srcId="{AE5B1000-5DB8-4561-9B5E-DE5FCD9B3960}" destId="{B3F6CEDF-5D71-4C31-9F98-186117F59060}" srcOrd="2" destOrd="0" parTransId="{62571484-ED21-4933-B5C2-F8B2D911634B}" sibTransId="{F00622F5-F881-45C9-BD88-6ECF295504A7}"/>
    <dgm:cxn modelId="{E0905A6F-5916-4F1F-B4B0-AE206BF54A2D}" type="presParOf" srcId="{ED8CEB28-0F76-4963-AD6A-5832332CE1BD}" destId="{61467892-BDBE-4E58-BAB1-9082E0E890CF}" srcOrd="0" destOrd="0" presId="urn:microsoft.com/office/officeart/2018/2/layout/IconVerticalSolidList"/>
    <dgm:cxn modelId="{81DAE1EF-F8B3-4258-9864-9C14F9031144}" type="presParOf" srcId="{61467892-BDBE-4E58-BAB1-9082E0E890CF}" destId="{067E983A-C1DB-4041-858D-E851B83C9F20}" srcOrd="0" destOrd="0" presId="urn:microsoft.com/office/officeart/2018/2/layout/IconVerticalSolidList"/>
    <dgm:cxn modelId="{D02C101F-C5E1-4E7B-9BD7-F031A619D590}" type="presParOf" srcId="{61467892-BDBE-4E58-BAB1-9082E0E890CF}" destId="{7EC6652A-68BB-4F69-95B9-FAD940A6D16F}" srcOrd="1" destOrd="0" presId="urn:microsoft.com/office/officeart/2018/2/layout/IconVerticalSolidList"/>
    <dgm:cxn modelId="{00D7DB43-6987-4BB9-A605-88FAE253648F}" type="presParOf" srcId="{61467892-BDBE-4E58-BAB1-9082E0E890CF}" destId="{955BB488-CB82-4AA6-B766-17685C0F6524}" srcOrd="2" destOrd="0" presId="urn:microsoft.com/office/officeart/2018/2/layout/IconVerticalSolidList"/>
    <dgm:cxn modelId="{A6225885-61B6-4EC8-A350-4648457A4D84}" type="presParOf" srcId="{61467892-BDBE-4E58-BAB1-9082E0E890CF}" destId="{D2892F32-B935-488F-B2B3-E072339AE367}" srcOrd="3" destOrd="0" presId="urn:microsoft.com/office/officeart/2018/2/layout/IconVerticalSolidList"/>
    <dgm:cxn modelId="{6E51A428-9E23-4B16-880D-6020E1415261}" type="presParOf" srcId="{ED8CEB28-0F76-4963-AD6A-5832332CE1BD}" destId="{8FA48957-0767-42DE-A621-BCDCDCF59E5A}" srcOrd="1" destOrd="0" presId="urn:microsoft.com/office/officeart/2018/2/layout/IconVerticalSolidList"/>
    <dgm:cxn modelId="{483DBC7F-92D2-496A-8492-FB5B26E908DF}" type="presParOf" srcId="{ED8CEB28-0F76-4963-AD6A-5832332CE1BD}" destId="{7115E72E-B509-4514-A1A6-D2EA1B9D301F}" srcOrd="2" destOrd="0" presId="urn:microsoft.com/office/officeart/2018/2/layout/IconVerticalSolidList"/>
    <dgm:cxn modelId="{55155975-B8A3-427C-899F-B349949C2FBD}" type="presParOf" srcId="{7115E72E-B509-4514-A1A6-D2EA1B9D301F}" destId="{AAA9D59D-BB9F-4191-BA56-CDA0433D80A4}" srcOrd="0" destOrd="0" presId="urn:microsoft.com/office/officeart/2018/2/layout/IconVerticalSolidList"/>
    <dgm:cxn modelId="{898136D8-6AE6-4F43-9B8C-1FB320A144D3}" type="presParOf" srcId="{7115E72E-B509-4514-A1A6-D2EA1B9D301F}" destId="{1B2124F0-04B4-407E-AC07-8B78078DB28D}" srcOrd="1" destOrd="0" presId="urn:microsoft.com/office/officeart/2018/2/layout/IconVerticalSolidList"/>
    <dgm:cxn modelId="{589AD636-5F01-422F-A273-5FA2E8791E4C}" type="presParOf" srcId="{7115E72E-B509-4514-A1A6-D2EA1B9D301F}" destId="{09322BD8-54F2-4099-A1AB-FB8A18BF768E}" srcOrd="2" destOrd="0" presId="urn:microsoft.com/office/officeart/2018/2/layout/IconVerticalSolidList"/>
    <dgm:cxn modelId="{9E605886-7CE8-46D6-8965-8EFFE0C9EDF2}" type="presParOf" srcId="{7115E72E-B509-4514-A1A6-D2EA1B9D301F}" destId="{893CEE89-8BCA-4768-923F-FED3E4E80F77}" srcOrd="3" destOrd="0" presId="urn:microsoft.com/office/officeart/2018/2/layout/IconVerticalSolidList"/>
    <dgm:cxn modelId="{097BBF76-BB9E-4120-B016-13101806D490}" type="presParOf" srcId="{ED8CEB28-0F76-4963-AD6A-5832332CE1BD}" destId="{6053DBDB-99A1-44F9-80FA-EBF4C3FB79B8}" srcOrd="3" destOrd="0" presId="urn:microsoft.com/office/officeart/2018/2/layout/IconVerticalSolidList"/>
    <dgm:cxn modelId="{800B76C8-5BA5-4B03-94C2-417557F68B0A}" type="presParOf" srcId="{ED8CEB28-0F76-4963-AD6A-5832332CE1BD}" destId="{CC36565C-99A2-4CED-9287-390012B279F6}" srcOrd="4" destOrd="0" presId="urn:microsoft.com/office/officeart/2018/2/layout/IconVerticalSolidList"/>
    <dgm:cxn modelId="{27AECA6B-433E-4513-BA54-38213A349464}" type="presParOf" srcId="{CC36565C-99A2-4CED-9287-390012B279F6}" destId="{DDB17DA7-E8F6-4BBC-9763-BDE882A480A8}" srcOrd="0" destOrd="0" presId="urn:microsoft.com/office/officeart/2018/2/layout/IconVerticalSolidList"/>
    <dgm:cxn modelId="{63197EB1-C35B-48FD-9C22-80C64E77666E}" type="presParOf" srcId="{CC36565C-99A2-4CED-9287-390012B279F6}" destId="{C08D4D64-D73E-4F80-8E01-253C2FDB918A}" srcOrd="1" destOrd="0" presId="urn:microsoft.com/office/officeart/2018/2/layout/IconVerticalSolidList"/>
    <dgm:cxn modelId="{AE3E1348-C13E-4635-8717-5BF8461C0F3E}" type="presParOf" srcId="{CC36565C-99A2-4CED-9287-390012B279F6}" destId="{93DDA28E-D938-44FF-839D-A705751AB62C}" srcOrd="2" destOrd="0" presId="urn:microsoft.com/office/officeart/2018/2/layout/IconVerticalSolidList"/>
    <dgm:cxn modelId="{FA822A60-2443-4B63-AA4B-383527213117}" type="presParOf" srcId="{CC36565C-99A2-4CED-9287-390012B279F6}" destId="{B1D5428B-4A3C-4F5C-8A70-BAE5704F20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F1EA08-F0FD-49B1-8D3A-6A251A9E803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657B253-AC84-4732-948F-7F42FCEF5CC5}">
      <dgm:prSet/>
      <dgm:spPr/>
      <dgm:t>
        <a:bodyPr/>
        <a:lstStyle/>
        <a:p>
          <a:r>
            <a:rPr lang="en-US"/>
            <a:t>Ordinary Least Squares (OLS)</a:t>
          </a:r>
        </a:p>
      </dgm:t>
    </dgm:pt>
    <dgm:pt modelId="{1266562B-8E7F-4637-A626-BA94BB00B7C7}" type="parTrans" cxnId="{A7E05BFD-7F8F-450C-AAF6-18B25C2D4349}">
      <dgm:prSet/>
      <dgm:spPr/>
      <dgm:t>
        <a:bodyPr/>
        <a:lstStyle/>
        <a:p>
          <a:endParaRPr lang="en-US"/>
        </a:p>
      </dgm:t>
    </dgm:pt>
    <dgm:pt modelId="{30F44A66-D289-4840-A38D-00CF45A8271F}" type="sibTrans" cxnId="{A7E05BFD-7F8F-450C-AAF6-18B25C2D4349}">
      <dgm:prSet/>
      <dgm:spPr/>
      <dgm:t>
        <a:bodyPr/>
        <a:lstStyle/>
        <a:p>
          <a:endParaRPr lang="en-US"/>
        </a:p>
      </dgm:t>
    </dgm:pt>
    <dgm:pt modelId="{16F63F80-3AB8-4AD3-9C08-72C3101E4093}">
      <dgm:prSet/>
      <dgm:spPr/>
      <dgm:t>
        <a:bodyPr/>
        <a:lstStyle/>
        <a:p>
          <a:r>
            <a:rPr lang="en-US" dirty="0"/>
            <a:t>Gradient Descent (GD)</a:t>
          </a:r>
        </a:p>
      </dgm:t>
    </dgm:pt>
    <dgm:pt modelId="{254D87B4-7CBF-4364-8497-93CF806400C6}" type="parTrans" cxnId="{245E4468-306D-469D-902D-7AD55D5FCEDE}">
      <dgm:prSet/>
      <dgm:spPr/>
      <dgm:t>
        <a:bodyPr/>
        <a:lstStyle/>
        <a:p>
          <a:endParaRPr lang="en-US"/>
        </a:p>
      </dgm:t>
    </dgm:pt>
    <dgm:pt modelId="{5CC011B6-7653-49B3-B367-727B0868A722}" type="sibTrans" cxnId="{245E4468-306D-469D-902D-7AD55D5FCEDE}">
      <dgm:prSet/>
      <dgm:spPr/>
      <dgm:t>
        <a:bodyPr/>
        <a:lstStyle/>
        <a:p>
          <a:endParaRPr lang="en-US"/>
        </a:p>
      </dgm:t>
    </dgm:pt>
    <dgm:pt modelId="{27108F46-F8E8-4D97-BA70-CFAC624E298A}">
      <dgm:prSet/>
      <dgm:spPr/>
      <dgm:t>
        <a:bodyPr/>
        <a:lstStyle/>
        <a:p>
          <a:r>
            <a:rPr lang="en-US"/>
            <a:t>Ridge</a:t>
          </a:r>
        </a:p>
      </dgm:t>
    </dgm:pt>
    <dgm:pt modelId="{4AB28DA4-E864-4E25-AA13-D9D18AEFEC41}" type="parTrans" cxnId="{CD1E3E06-94A2-4862-BFBC-B8A1A293426B}">
      <dgm:prSet/>
      <dgm:spPr/>
      <dgm:t>
        <a:bodyPr/>
        <a:lstStyle/>
        <a:p>
          <a:endParaRPr lang="en-US"/>
        </a:p>
      </dgm:t>
    </dgm:pt>
    <dgm:pt modelId="{4E2863A1-FCC6-4A52-A757-61D52F0C3673}" type="sibTrans" cxnId="{CD1E3E06-94A2-4862-BFBC-B8A1A293426B}">
      <dgm:prSet/>
      <dgm:spPr/>
      <dgm:t>
        <a:bodyPr/>
        <a:lstStyle/>
        <a:p>
          <a:endParaRPr lang="en-US"/>
        </a:p>
      </dgm:t>
    </dgm:pt>
    <dgm:pt modelId="{1F3EC555-7E8E-4CD7-B00E-72CF7AA31E59}">
      <dgm:prSet/>
      <dgm:spPr/>
      <dgm:t>
        <a:bodyPr/>
        <a:lstStyle/>
        <a:p>
          <a:r>
            <a:rPr lang="en-US"/>
            <a:t>Lasso</a:t>
          </a:r>
        </a:p>
      </dgm:t>
    </dgm:pt>
    <dgm:pt modelId="{6EAF68D3-145A-4269-87FD-C7973EE63BFE}" type="parTrans" cxnId="{85E6C70F-D210-4297-9182-6114AC924CE0}">
      <dgm:prSet/>
      <dgm:spPr/>
      <dgm:t>
        <a:bodyPr/>
        <a:lstStyle/>
        <a:p>
          <a:endParaRPr lang="en-US"/>
        </a:p>
      </dgm:t>
    </dgm:pt>
    <dgm:pt modelId="{9CB24714-E4DF-48C7-BB32-BE20E6428C37}" type="sibTrans" cxnId="{85E6C70F-D210-4297-9182-6114AC924CE0}">
      <dgm:prSet/>
      <dgm:spPr/>
      <dgm:t>
        <a:bodyPr/>
        <a:lstStyle/>
        <a:p>
          <a:endParaRPr lang="en-US"/>
        </a:p>
      </dgm:t>
    </dgm:pt>
    <dgm:pt modelId="{9AA5C7A0-DB2B-4C41-BA57-1E44E90D6368}">
      <dgm:prSet/>
      <dgm:spPr/>
      <dgm:t>
        <a:bodyPr/>
        <a:lstStyle/>
        <a:p>
          <a:r>
            <a:rPr lang="en-US"/>
            <a:t>Elastic Net</a:t>
          </a:r>
        </a:p>
      </dgm:t>
    </dgm:pt>
    <dgm:pt modelId="{C2434546-B026-4FB7-A63F-E46B3A063193}" type="parTrans" cxnId="{24202E57-9BF6-49AA-A6CA-1D8BB373D4CC}">
      <dgm:prSet/>
      <dgm:spPr/>
      <dgm:t>
        <a:bodyPr/>
        <a:lstStyle/>
        <a:p>
          <a:endParaRPr lang="en-US"/>
        </a:p>
      </dgm:t>
    </dgm:pt>
    <dgm:pt modelId="{4AB14F78-DB0D-41F0-B5FB-BF049E60BEDC}" type="sibTrans" cxnId="{24202E57-9BF6-49AA-A6CA-1D8BB373D4CC}">
      <dgm:prSet/>
      <dgm:spPr/>
      <dgm:t>
        <a:bodyPr/>
        <a:lstStyle/>
        <a:p>
          <a:endParaRPr lang="en-US"/>
        </a:p>
      </dgm:t>
    </dgm:pt>
    <dgm:pt modelId="{1A693635-CD15-46B0-9E6D-A91C67E649B2}">
      <dgm:prSet/>
      <dgm:spPr/>
      <dgm:t>
        <a:bodyPr/>
        <a:lstStyle/>
        <a:p>
          <a:r>
            <a:rPr lang="en-US"/>
            <a:t>Stochastic Gradient Decent (SGD)</a:t>
          </a:r>
        </a:p>
      </dgm:t>
    </dgm:pt>
    <dgm:pt modelId="{52A8D050-13EE-4920-8464-013C394D50B7}" type="parTrans" cxnId="{C4E747EA-C396-4B3B-BD33-469A78BCACB1}">
      <dgm:prSet/>
      <dgm:spPr/>
      <dgm:t>
        <a:bodyPr/>
        <a:lstStyle/>
        <a:p>
          <a:endParaRPr lang="en-US"/>
        </a:p>
      </dgm:t>
    </dgm:pt>
    <dgm:pt modelId="{FF79E858-0173-42B5-B1FF-7C4A0D91C722}" type="sibTrans" cxnId="{C4E747EA-C396-4B3B-BD33-469A78BCACB1}">
      <dgm:prSet/>
      <dgm:spPr/>
      <dgm:t>
        <a:bodyPr/>
        <a:lstStyle/>
        <a:p>
          <a:endParaRPr lang="en-US"/>
        </a:p>
      </dgm:t>
    </dgm:pt>
    <dgm:pt modelId="{5717A03F-1763-47B2-9733-A0CFB37994EB}" type="pres">
      <dgm:prSet presAssocID="{16F1EA08-F0FD-49B1-8D3A-6A251A9E803F}" presName="linear" presStyleCnt="0">
        <dgm:presLayoutVars>
          <dgm:animLvl val="lvl"/>
          <dgm:resizeHandles val="exact"/>
        </dgm:presLayoutVars>
      </dgm:prSet>
      <dgm:spPr/>
    </dgm:pt>
    <dgm:pt modelId="{1FCD56FB-486D-4368-B55C-F4A7814F336D}" type="pres">
      <dgm:prSet presAssocID="{D657B253-AC84-4732-948F-7F42FCEF5CC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306BFBC-67BF-47CC-8B73-6F0817E34891}" type="pres">
      <dgm:prSet presAssocID="{30F44A66-D289-4840-A38D-00CF45A8271F}" presName="spacer" presStyleCnt="0"/>
      <dgm:spPr/>
    </dgm:pt>
    <dgm:pt modelId="{61E6EC74-5F76-4275-8340-6C0830F6C301}" type="pres">
      <dgm:prSet presAssocID="{16F63F80-3AB8-4AD3-9C08-72C3101E409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D61DF03-9D0D-4681-B9C5-2B17F40FCCC3}" type="pres">
      <dgm:prSet presAssocID="{5CC011B6-7653-49B3-B367-727B0868A722}" presName="spacer" presStyleCnt="0"/>
      <dgm:spPr/>
    </dgm:pt>
    <dgm:pt modelId="{4C654282-B2C7-4298-81B4-8A3E6DC14A37}" type="pres">
      <dgm:prSet presAssocID="{27108F46-F8E8-4D97-BA70-CFAC624E298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BED5DC2-5567-40F4-B196-A33E1B671AFC}" type="pres">
      <dgm:prSet presAssocID="{4E2863A1-FCC6-4A52-A757-61D52F0C3673}" presName="spacer" presStyleCnt="0"/>
      <dgm:spPr/>
    </dgm:pt>
    <dgm:pt modelId="{D757919C-6F50-4114-AC49-D6F61480B01C}" type="pres">
      <dgm:prSet presAssocID="{1F3EC555-7E8E-4CD7-B00E-72CF7AA31E5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F64F10A-1C05-49C6-98F0-093A5E347303}" type="pres">
      <dgm:prSet presAssocID="{9CB24714-E4DF-48C7-BB32-BE20E6428C37}" presName="spacer" presStyleCnt="0"/>
      <dgm:spPr/>
    </dgm:pt>
    <dgm:pt modelId="{6B39ACF5-CAA1-4C54-BF26-0C3959CB3A0F}" type="pres">
      <dgm:prSet presAssocID="{9AA5C7A0-DB2B-4C41-BA57-1E44E90D636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6583B44-67FB-44AD-AAA8-655E3CD82FAC}" type="pres">
      <dgm:prSet presAssocID="{4AB14F78-DB0D-41F0-B5FB-BF049E60BEDC}" presName="spacer" presStyleCnt="0"/>
      <dgm:spPr/>
    </dgm:pt>
    <dgm:pt modelId="{9920746C-E487-4391-B1F5-7FC82B8366AD}" type="pres">
      <dgm:prSet presAssocID="{1A693635-CD15-46B0-9E6D-A91C67E649B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D1E3E06-94A2-4862-BFBC-B8A1A293426B}" srcId="{16F1EA08-F0FD-49B1-8D3A-6A251A9E803F}" destId="{27108F46-F8E8-4D97-BA70-CFAC624E298A}" srcOrd="2" destOrd="0" parTransId="{4AB28DA4-E864-4E25-AA13-D9D18AEFEC41}" sibTransId="{4E2863A1-FCC6-4A52-A757-61D52F0C3673}"/>
    <dgm:cxn modelId="{D1975807-8A65-4655-93E9-99E74E380A64}" type="presOf" srcId="{1F3EC555-7E8E-4CD7-B00E-72CF7AA31E59}" destId="{D757919C-6F50-4114-AC49-D6F61480B01C}" srcOrd="0" destOrd="0" presId="urn:microsoft.com/office/officeart/2005/8/layout/vList2"/>
    <dgm:cxn modelId="{85E6C70F-D210-4297-9182-6114AC924CE0}" srcId="{16F1EA08-F0FD-49B1-8D3A-6A251A9E803F}" destId="{1F3EC555-7E8E-4CD7-B00E-72CF7AA31E59}" srcOrd="3" destOrd="0" parTransId="{6EAF68D3-145A-4269-87FD-C7973EE63BFE}" sibTransId="{9CB24714-E4DF-48C7-BB32-BE20E6428C37}"/>
    <dgm:cxn modelId="{245E4468-306D-469D-902D-7AD55D5FCEDE}" srcId="{16F1EA08-F0FD-49B1-8D3A-6A251A9E803F}" destId="{16F63F80-3AB8-4AD3-9C08-72C3101E4093}" srcOrd="1" destOrd="0" parTransId="{254D87B4-7CBF-4364-8497-93CF806400C6}" sibTransId="{5CC011B6-7653-49B3-B367-727B0868A722}"/>
    <dgm:cxn modelId="{24202E57-9BF6-49AA-A6CA-1D8BB373D4CC}" srcId="{16F1EA08-F0FD-49B1-8D3A-6A251A9E803F}" destId="{9AA5C7A0-DB2B-4C41-BA57-1E44E90D6368}" srcOrd="4" destOrd="0" parTransId="{C2434546-B026-4FB7-A63F-E46B3A063193}" sibTransId="{4AB14F78-DB0D-41F0-B5FB-BF049E60BEDC}"/>
    <dgm:cxn modelId="{DC71629B-9748-41D0-9233-7FA6F9887119}" type="presOf" srcId="{16F1EA08-F0FD-49B1-8D3A-6A251A9E803F}" destId="{5717A03F-1763-47B2-9733-A0CFB37994EB}" srcOrd="0" destOrd="0" presId="urn:microsoft.com/office/officeart/2005/8/layout/vList2"/>
    <dgm:cxn modelId="{8C5465B2-29EB-4C77-A11B-42DFE8B750DC}" type="presOf" srcId="{1A693635-CD15-46B0-9E6D-A91C67E649B2}" destId="{9920746C-E487-4391-B1F5-7FC82B8366AD}" srcOrd="0" destOrd="0" presId="urn:microsoft.com/office/officeart/2005/8/layout/vList2"/>
    <dgm:cxn modelId="{091972BA-E9C3-42A1-A355-D4EACD39B3BA}" type="presOf" srcId="{27108F46-F8E8-4D97-BA70-CFAC624E298A}" destId="{4C654282-B2C7-4298-81B4-8A3E6DC14A37}" srcOrd="0" destOrd="0" presId="urn:microsoft.com/office/officeart/2005/8/layout/vList2"/>
    <dgm:cxn modelId="{17EF8AC4-40A7-410C-8EBA-023DB6837BBA}" type="presOf" srcId="{16F63F80-3AB8-4AD3-9C08-72C3101E4093}" destId="{61E6EC74-5F76-4275-8340-6C0830F6C301}" srcOrd="0" destOrd="0" presId="urn:microsoft.com/office/officeart/2005/8/layout/vList2"/>
    <dgm:cxn modelId="{244CAFDF-6A36-40B0-A3D5-C0A8B8591092}" type="presOf" srcId="{D657B253-AC84-4732-948F-7F42FCEF5CC5}" destId="{1FCD56FB-486D-4368-B55C-F4A7814F336D}" srcOrd="0" destOrd="0" presId="urn:microsoft.com/office/officeart/2005/8/layout/vList2"/>
    <dgm:cxn modelId="{8C8D87E2-E190-4EFC-96DA-F7F8141E8AF7}" type="presOf" srcId="{9AA5C7A0-DB2B-4C41-BA57-1E44E90D6368}" destId="{6B39ACF5-CAA1-4C54-BF26-0C3959CB3A0F}" srcOrd="0" destOrd="0" presId="urn:microsoft.com/office/officeart/2005/8/layout/vList2"/>
    <dgm:cxn modelId="{C4E747EA-C396-4B3B-BD33-469A78BCACB1}" srcId="{16F1EA08-F0FD-49B1-8D3A-6A251A9E803F}" destId="{1A693635-CD15-46B0-9E6D-A91C67E649B2}" srcOrd="5" destOrd="0" parTransId="{52A8D050-13EE-4920-8464-013C394D50B7}" sibTransId="{FF79E858-0173-42B5-B1FF-7C4A0D91C722}"/>
    <dgm:cxn modelId="{A7E05BFD-7F8F-450C-AAF6-18B25C2D4349}" srcId="{16F1EA08-F0FD-49B1-8D3A-6A251A9E803F}" destId="{D657B253-AC84-4732-948F-7F42FCEF5CC5}" srcOrd="0" destOrd="0" parTransId="{1266562B-8E7F-4637-A626-BA94BB00B7C7}" sibTransId="{30F44A66-D289-4840-A38D-00CF45A8271F}"/>
    <dgm:cxn modelId="{66A2D888-B859-4288-8548-754DACA88785}" type="presParOf" srcId="{5717A03F-1763-47B2-9733-A0CFB37994EB}" destId="{1FCD56FB-486D-4368-B55C-F4A7814F336D}" srcOrd="0" destOrd="0" presId="urn:microsoft.com/office/officeart/2005/8/layout/vList2"/>
    <dgm:cxn modelId="{CB7C7721-D6FE-41F5-B429-B61A2DE56DBC}" type="presParOf" srcId="{5717A03F-1763-47B2-9733-A0CFB37994EB}" destId="{8306BFBC-67BF-47CC-8B73-6F0817E34891}" srcOrd="1" destOrd="0" presId="urn:microsoft.com/office/officeart/2005/8/layout/vList2"/>
    <dgm:cxn modelId="{328C937D-7DA7-424A-879D-E1D3F20D9672}" type="presParOf" srcId="{5717A03F-1763-47B2-9733-A0CFB37994EB}" destId="{61E6EC74-5F76-4275-8340-6C0830F6C301}" srcOrd="2" destOrd="0" presId="urn:microsoft.com/office/officeart/2005/8/layout/vList2"/>
    <dgm:cxn modelId="{8E9CD5B4-31C8-4327-B3F7-0841C4BCFDCD}" type="presParOf" srcId="{5717A03F-1763-47B2-9733-A0CFB37994EB}" destId="{7D61DF03-9D0D-4681-B9C5-2B17F40FCCC3}" srcOrd="3" destOrd="0" presId="urn:microsoft.com/office/officeart/2005/8/layout/vList2"/>
    <dgm:cxn modelId="{57C143B9-5DA2-4E4F-9A4B-E839FD3B7A3E}" type="presParOf" srcId="{5717A03F-1763-47B2-9733-A0CFB37994EB}" destId="{4C654282-B2C7-4298-81B4-8A3E6DC14A37}" srcOrd="4" destOrd="0" presId="urn:microsoft.com/office/officeart/2005/8/layout/vList2"/>
    <dgm:cxn modelId="{221C21D5-B0BA-4264-A7BC-9827B48E4040}" type="presParOf" srcId="{5717A03F-1763-47B2-9733-A0CFB37994EB}" destId="{4BED5DC2-5567-40F4-B196-A33E1B671AFC}" srcOrd="5" destOrd="0" presId="urn:microsoft.com/office/officeart/2005/8/layout/vList2"/>
    <dgm:cxn modelId="{A887BF22-BA22-408E-8657-4EA94CBEAE8B}" type="presParOf" srcId="{5717A03F-1763-47B2-9733-A0CFB37994EB}" destId="{D757919C-6F50-4114-AC49-D6F61480B01C}" srcOrd="6" destOrd="0" presId="urn:microsoft.com/office/officeart/2005/8/layout/vList2"/>
    <dgm:cxn modelId="{FC173349-277D-4E9F-B33B-AA0F20DCA032}" type="presParOf" srcId="{5717A03F-1763-47B2-9733-A0CFB37994EB}" destId="{1F64F10A-1C05-49C6-98F0-093A5E347303}" srcOrd="7" destOrd="0" presId="urn:microsoft.com/office/officeart/2005/8/layout/vList2"/>
    <dgm:cxn modelId="{F2A0C802-A980-4C2D-A5FE-D9ECB8C1B69E}" type="presParOf" srcId="{5717A03F-1763-47B2-9733-A0CFB37994EB}" destId="{6B39ACF5-CAA1-4C54-BF26-0C3959CB3A0F}" srcOrd="8" destOrd="0" presId="urn:microsoft.com/office/officeart/2005/8/layout/vList2"/>
    <dgm:cxn modelId="{B1321905-BC8A-4BE9-8978-CA4F8D9B04A8}" type="presParOf" srcId="{5717A03F-1763-47B2-9733-A0CFB37994EB}" destId="{86583B44-67FB-44AD-AAA8-655E3CD82FAC}" srcOrd="9" destOrd="0" presId="urn:microsoft.com/office/officeart/2005/8/layout/vList2"/>
    <dgm:cxn modelId="{CC88E0F2-21E3-4047-9E93-E613811F5D84}" type="presParOf" srcId="{5717A03F-1763-47B2-9733-A0CFB37994EB}" destId="{9920746C-E487-4391-B1F5-7FC82B8366A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29D7B5-67CE-43ED-8EC6-50F6594B8A7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D57199C-C72E-40F0-9FA8-D11DF3225413}">
      <dgm:prSet/>
      <dgm:spPr/>
      <dgm:t>
        <a:bodyPr/>
        <a:lstStyle/>
        <a:p>
          <a:r>
            <a:rPr lang="en-US" b="1"/>
            <a:t>Initialization:</a:t>
          </a:r>
          <a:r>
            <a:rPr lang="en-US"/>
            <a:t> Start with initial values for the parameters of the model.</a:t>
          </a:r>
        </a:p>
      </dgm:t>
    </dgm:pt>
    <dgm:pt modelId="{1404CE42-4B87-4F34-BB45-A2B24BEFE20F}" type="parTrans" cxnId="{18235FB0-94D2-4378-A3B3-09C801EA0432}">
      <dgm:prSet/>
      <dgm:spPr/>
      <dgm:t>
        <a:bodyPr/>
        <a:lstStyle/>
        <a:p>
          <a:endParaRPr lang="en-US"/>
        </a:p>
      </dgm:t>
    </dgm:pt>
    <dgm:pt modelId="{64634567-BF25-4C1F-AE10-A59FCC8D6A5E}" type="sibTrans" cxnId="{18235FB0-94D2-4378-A3B3-09C801EA0432}">
      <dgm:prSet/>
      <dgm:spPr/>
      <dgm:t>
        <a:bodyPr/>
        <a:lstStyle/>
        <a:p>
          <a:endParaRPr lang="en-US"/>
        </a:p>
      </dgm:t>
    </dgm:pt>
    <dgm:pt modelId="{207412C3-E53D-4969-8D6E-A3740A65ECC4}">
      <dgm:prSet/>
      <dgm:spPr/>
      <dgm:t>
        <a:bodyPr/>
        <a:lstStyle/>
        <a:p>
          <a:r>
            <a:rPr lang="en-US" b="1" dirty="0"/>
            <a:t>Compute the Gradient:</a:t>
          </a:r>
          <a:r>
            <a:rPr lang="en-US" dirty="0"/>
            <a:t> Calculate the gradient of the cost function with respect to </a:t>
          </a:r>
          <a:r>
            <a:rPr lang="en-US" b="1" dirty="0"/>
            <a:t>EACH PARAMETER</a:t>
          </a:r>
          <a:r>
            <a:rPr lang="en-US" dirty="0"/>
            <a:t>.</a:t>
          </a:r>
        </a:p>
      </dgm:t>
    </dgm:pt>
    <dgm:pt modelId="{0DC2C522-66BC-4CCA-957B-B7BC6E2AD236}" type="parTrans" cxnId="{EFE142D7-5BC1-4DE3-AED0-0EDD6DEE669A}">
      <dgm:prSet/>
      <dgm:spPr/>
      <dgm:t>
        <a:bodyPr/>
        <a:lstStyle/>
        <a:p>
          <a:endParaRPr lang="en-US"/>
        </a:p>
      </dgm:t>
    </dgm:pt>
    <dgm:pt modelId="{7048AC82-D6AE-489A-93CE-02343F651DD3}" type="sibTrans" cxnId="{EFE142D7-5BC1-4DE3-AED0-0EDD6DEE669A}">
      <dgm:prSet/>
      <dgm:spPr/>
      <dgm:t>
        <a:bodyPr/>
        <a:lstStyle/>
        <a:p>
          <a:endParaRPr lang="en-US"/>
        </a:p>
      </dgm:t>
    </dgm:pt>
    <dgm:pt modelId="{47C93ABD-F4B1-403B-8FEB-B526DB5FBE66}">
      <dgm:prSet/>
      <dgm:spPr/>
      <dgm:t>
        <a:bodyPr/>
        <a:lstStyle/>
        <a:p>
          <a:r>
            <a:rPr lang="en-US" b="1" dirty="0"/>
            <a:t>Update the Parameters:</a:t>
          </a:r>
          <a:r>
            <a:rPr lang="en-US" dirty="0"/>
            <a:t> Adjust the parameters by moving in the opposite direction of the gradient.</a:t>
          </a:r>
        </a:p>
      </dgm:t>
    </dgm:pt>
    <dgm:pt modelId="{D1FE8D05-8AED-4E76-9A78-9E43324DF5D0}" type="parTrans" cxnId="{E4F94598-1C19-4DCD-A645-F76441960306}">
      <dgm:prSet/>
      <dgm:spPr/>
      <dgm:t>
        <a:bodyPr/>
        <a:lstStyle/>
        <a:p>
          <a:endParaRPr lang="en-US"/>
        </a:p>
      </dgm:t>
    </dgm:pt>
    <dgm:pt modelId="{A6845F90-1870-4DE5-92D7-E5A27C0C9A54}" type="sibTrans" cxnId="{E4F94598-1C19-4DCD-A645-F76441960306}">
      <dgm:prSet/>
      <dgm:spPr/>
      <dgm:t>
        <a:bodyPr/>
        <a:lstStyle/>
        <a:p>
          <a:endParaRPr lang="en-US"/>
        </a:p>
      </dgm:t>
    </dgm:pt>
    <dgm:pt modelId="{2514CCA3-8F60-4590-B1F5-7B39F5BD551D}">
      <dgm:prSet/>
      <dgm:spPr/>
      <dgm:t>
        <a:bodyPr/>
        <a:lstStyle/>
        <a:p>
          <a:r>
            <a:rPr lang="en-US" b="1"/>
            <a:t>Repeat:</a:t>
          </a:r>
          <a:r>
            <a:rPr lang="en-US"/>
            <a:t> Steps 2 and 3 are repeated iteratively until a stopping criterion is met.</a:t>
          </a:r>
        </a:p>
      </dgm:t>
    </dgm:pt>
    <dgm:pt modelId="{F83A7240-5565-4B20-9369-79A269474325}" type="parTrans" cxnId="{BBA847EA-5582-4C14-87DD-31E11C4B43F2}">
      <dgm:prSet/>
      <dgm:spPr/>
      <dgm:t>
        <a:bodyPr/>
        <a:lstStyle/>
        <a:p>
          <a:endParaRPr lang="en-US"/>
        </a:p>
      </dgm:t>
    </dgm:pt>
    <dgm:pt modelId="{D1D2695F-0C4B-4C0A-9EC4-23D57B247C7C}" type="sibTrans" cxnId="{BBA847EA-5582-4C14-87DD-31E11C4B43F2}">
      <dgm:prSet/>
      <dgm:spPr/>
      <dgm:t>
        <a:bodyPr/>
        <a:lstStyle/>
        <a:p>
          <a:endParaRPr lang="en-US"/>
        </a:p>
      </dgm:t>
    </dgm:pt>
    <dgm:pt modelId="{11036E7D-C17B-4E6B-8B41-FAE7F218E214}" type="pres">
      <dgm:prSet presAssocID="{E529D7B5-67CE-43ED-8EC6-50F6594B8A78}" presName="Name0" presStyleCnt="0">
        <dgm:presLayoutVars>
          <dgm:dir/>
          <dgm:resizeHandles val="exact"/>
        </dgm:presLayoutVars>
      </dgm:prSet>
      <dgm:spPr/>
    </dgm:pt>
    <dgm:pt modelId="{B76604B8-1F74-402B-A200-B44CA21FB08B}" type="pres">
      <dgm:prSet presAssocID="{FD57199C-C72E-40F0-9FA8-D11DF3225413}" presName="node" presStyleLbl="node1" presStyleIdx="0" presStyleCnt="4">
        <dgm:presLayoutVars>
          <dgm:bulletEnabled val="1"/>
        </dgm:presLayoutVars>
      </dgm:prSet>
      <dgm:spPr/>
    </dgm:pt>
    <dgm:pt modelId="{FCD0B313-15B8-4AFF-BA8B-4E369174A90A}" type="pres">
      <dgm:prSet presAssocID="{64634567-BF25-4C1F-AE10-A59FCC8D6A5E}" presName="sibTrans" presStyleLbl="sibTrans1D1" presStyleIdx="0" presStyleCnt="3"/>
      <dgm:spPr/>
    </dgm:pt>
    <dgm:pt modelId="{E4154D68-BFB7-4F2A-A721-6A82B37AF4C2}" type="pres">
      <dgm:prSet presAssocID="{64634567-BF25-4C1F-AE10-A59FCC8D6A5E}" presName="connectorText" presStyleLbl="sibTrans1D1" presStyleIdx="0" presStyleCnt="3"/>
      <dgm:spPr/>
    </dgm:pt>
    <dgm:pt modelId="{79509BF7-C47C-433E-A9A8-15963D626109}" type="pres">
      <dgm:prSet presAssocID="{207412C3-E53D-4969-8D6E-A3740A65ECC4}" presName="node" presStyleLbl="node1" presStyleIdx="1" presStyleCnt="4">
        <dgm:presLayoutVars>
          <dgm:bulletEnabled val="1"/>
        </dgm:presLayoutVars>
      </dgm:prSet>
      <dgm:spPr/>
    </dgm:pt>
    <dgm:pt modelId="{5887D011-5389-419E-9700-B231A35BC3B5}" type="pres">
      <dgm:prSet presAssocID="{7048AC82-D6AE-489A-93CE-02343F651DD3}" presName="sibTrans" presStyleLbl="sibTrans1D1" presStyleIdx="1" presStyleCnt="3"/>
      <dgm:spPr/>
    </dgm:pt>
    <dgm:pt modelId="{44CDF5EF-A522-45A4-851F-DA8E08858910}" type="pres">
      <dgm:prSet presAssocID="{7048AC82-D6AE-489A-93CE-02343F651DD3}" presName="connectorText" presStyleLbl="sibTrans1D1" presStyleIdx="1" presStyleCnt="3"/>
      <dgm:spPr/>
    </dgm:pt>
    <dgm:pt modelId="{69CB895D-C636-4F74-98F2-D138C44D66BC}" type="pres">
      <dgm:prSet presAssocID="{47C93ABD-F4B1-403B-8FEB-B526DB5FBE66}" presName="node" presStyleLbl="node1" presStyleIdx="2" presStyleCnt="4">
        <dgm:presLayoutVars>
          <dgm:bulletEnabled val="1"/>
        </dgm:presLayoutVars>
      </dgm:prSet>
      <dgm:spPr/>
    </dgm:pt>
    <dgm:pt modelId="{A5FEF826-4B6A-45A5-B3D8-C4D5BADEFE70}" type="pres">
      <dgm:prSet presAssocID="{A6845F90-1870-4DE5-92D7-E5A27C0C9A54}" presName="sibTrans" presStyleLbl="sibTrans1D1" presStyleIdx="2" presStyleCnt="3"/>
      <dgm:spPr/>
    </dgm:pt>
    <dgm:pt modelId="{A04FC331-5951-4F8F-A3E0-0E3C3D9CDC5E}" type="pres">
      <dgm:prSet presAssocID="{A6845F90-1870-4DE5-92D7-E5A27C0C9A54}" presName="connectorText" presStyleLbl="sibTrans1D1" presStyleIdx="2" presStyleCnt="3"/>
      <dgm:spPr/>
    </dgm:pt>
    <dgm:pt modelId="{A86E1DDA-765E-402F-AA2B-5D0B63BA432F}" type="pres">
      <dgm:prSet presAssocID="{2514CCA3-8F60-4590-B1F5-7B39F5BD551D}" presName="node" presStyleLbl="node1" presStyleIdx="3" presStyleCnt="4">
        <dgm:presLayoutVars>
          <dgm:bulletEnabled val="1"/>
        </dgm:presLayoutVars>
      </dgm:prSet>
      <dgm:spPr/>
    </dgm:pt>
  </dgm:ptLst>
  <dgm:cxnLst>
    <dgm:cxn modelId="{EE11EC05-9500-4872-9236-712E8FC058DD}" type="presOf" srcId="{7048AC82-D6AE-489A-93CE-02343F651DD3}" destId="{44CDF5EF-A522-45A4-851F-DA8E08858910}" srcOrd="1" destOrd="0" presId="urn:microsoft.com/office/officeart/2016/7/layout/RepeatingBendingProcessNew"/>
    <dgm:cxn modelId="{5E7A4B31-0116-4023-BC84-B4743814DFAB}" type="presOf" srcId="{FD57199C-C72E-40F0-9FA8-D11DF3225413}" destId="{B76604B8-1F74-402B-A200-B44CA21FB08B}" srcOrd="0" destOrd="0" presId="urn:microsoft.com/office/officeart/2016/7/layout/RepeatingBendingProcessNew"/>
    <dgm:cxn modelId="{6C183767-5A33-42EA-B858-68F3DD15BB25}" type="presOf" srcId="{7048AC82-D6AE-489A-93CE-02343F651DD3}" destId="{5887D011-5389-419E-9700-B231A35BC3B5}" srcOrd="0" destOrd="0" presId="urn:microsoft.com/office/officeart/2016/7/layout/RepeatingBendingProcessNew"/>
    <dgm:cxn modelId="{06C17773-3F63-4CE1-8CC6-5B5D2C38355D}" type="presOf" srcId="{64634567-BF25-4C1F-AE10-A59FCC8D6A5E}" destId="{FCD0B313-15B8-4AFF-BA8B-4E369174A90A}" srcOrd="0" destOrd="0" presId="urn:microsoft.com/office/officeart/2016/7/layout/RepeatingBendingProcessNew"/>
    <dgm:cxn modelId="{F50D9555-621C-41B0-BFA2-E87D88D8A922}" type="presOf" srcId="{A6845F90-1870-4DE5-92D7-E5A27C0C9A54}" destId="{A04FC331-5951-4F8F-A3E0-0E3C3D9CDC5E}" srcOrd="1" destOrd="0" presId="urn:microsoft.com/office/officeart/2016/7/layout/RepeatingBendingProcessNew"/>
    <dgm:cxn modelId="{FA06F877-431C-4F41-8D47-CCBAD2EF9298}" type="presOf" srcId="{64634567-BF25-4C1F-AE10-A59FCC8D6A5E}" destId="{E4154D68-BFB7-4F2A-A721-6A82B37AF4C2}" srcOrd="1" destOrd="0" presId="urn:microsoft.com/office/officeart/2016/7/layout/RepeatingBendingProcessNew"/>
    <dgm:cxn modelId="{66164691-F19C-413F-9E00-A01D2F055AE7}" type="presOf" srcId="{47C93ABD-F4B1-403B-8FEB-B526DB5FBE66}" destId="{69CB895D-C636-4F74-98F2-D138C44D66BC}" srcOrd="0" destOrd="0" presId="urn:microsoft.com/office/officeart/2016/7/layout/RepeatingBendingProcessNew"/>
    <dgm:cxn modelId="{E4F94598-1C19-4DCD-A645-F76441960306}" srcId="{E529D7B5-67CE-43ED-8EC6-50F6594B8A78}" destId="{47C93ABD-F4B1-403B-8FEB-B526DB5FBE66}" srcOrd="2" destOrd="0" parTransId="{D1FE8D05-8AED-4E76-9A78-9E43324DF5D0}" sibTransId="{A6845F90-1870-4DE5-92D7-E5A27C0C9A54}"/>
    <dgm:cxn modelId="{18235FB0-94D2-4378-A3B3-09C801EA0432}" srcId="{E529D7B5-67CE-43ED-8EC6-50F6594B8A78}" destId="{FD57199C-C72E-40F0-9FA8-D11DF3225413}" srcOrd="0" destOrd="0" parTransId="{1404CE42-4B87-4F34-BB45-A2B24BEFE20F}" sibTransId="{64634567-BF25-4C1F-AE10-A59FCC8D6A5E}"/>
    <dgm:cxn modelId="{D9EBAECB-CB0F-495E-85C1-E8A09A727968}" type="presOf" srcId="{A6845F90-1870-4DE5-92D7-E5A27C0C9A54}" destId="{A5FEF826-4B6A-45A5-B3D8-C4D5BADEFE70}" srcOrd="0" destOrd="0" presId="urn:microsoft.com/office/officeart/2016/7/layout/RepeatingBendingProcessNew"/>
    <dgm:cxn modelId="{EFE142D7-5BC1-4DE3-AED0-0EDD6DEE669A}" srcId="{E529D7B5-67CE-43ED-8EC6-50F6594B8A78}" destId="{207412C3-E53D-4969-8D6E-A3740A65ECC4}" srcOrd="1" destOrd="0" parTransId="{0DC2C522-66BC-4CCA-957B-B7BC6E2AD236}" sibTransId="{7048AC82-D6AE-489A-93CE-02343F651DD3}"/>
    <dgm:cxn modelId="{BBA847EA-5582-4C14-87DD-31E11C4B43F2}" srcId="{E529D7B5-67CE-43ED-8EC6-50F6594B8A78}" destId="{2514CCA3-8F60-4590-B1F5-7B39F5BD551D}" srcOrd="3" destOrd="0" parTransId="{F83A7240-5565-4B20-9369-79A269474325}" sibTransId="{D1D2695F-0C4B-4C0A-9EC4-23D57B247C7C}"/>
    <dgm:cxn modelId="{CE7D72EC-087B-4E30-AD8B-5DA36BA1AF9D}" type="presOf" srcId="{207412C3-E53D-4969-8D6E-A3740A65ECC4}" destId="{79509BF7-C47C-433E-A9A8-15963D626109}" srcOrd="0" destOrd="0" presId="urn:microsoft.com/office/officeart/2016/7/layout/RepeatingBendingProcessNew"/>
    <dgm:cxn modelId="{FACF08FA-F9E6-470C-8071-B650C87A1074}" type="presOf" srcId="{E529D7B5-67CE-43ED-8EC6-50F6594B8A78}" destId="{11036E7D-C17B-4E6B-8B41-FAE7F218E214}" srcOrd="0" destOrd="0" presId="urn:microsoft.com/office/officeart/2016/7/layout/RepeatingBendingProcessNew"/>
    <dgm:cxn modelId="{18A641FE-2A2F-4084-A3B4-9C42A3B36238}" type="presOf" srcId="{2514CCA3-8F60-4590-B1F5-7B39F5BD551D}" destId="{A86E1DDA-765E-402F-AA2B-5D0B63BA432F}" srcOrd="0" destOrd="0" presId="urn:microsoft.com/office/officeart/2016/7/layout/RepeatingBendingProcessNew"/>
    <dgm:cxn modelId="{6CC46E40-18AF-44F3-ABD9-1654920D0B02}" type="presParOf" srcId="{11036E7D-C17B-4E6B-8B41-FAE7F218E214}" destId="{B76604B8-1F74-402B-A200-B44CA21FB08B}" srcOrd="0" destOrd="0" presId="urn:microsoft.com/office/officeart/2016/7/layout/RepeatingBendingProcessNew"/>
    <dgm:cxn modelId="{D1FE636F-4E17-4B67-BBE1-285CFCD10989}" type="presParOf" srcId="{11036E7D-C17B-4E6B-8B41-FAE7F218E214}" destId="{FCD0B313-15B8-4AFF-BA8B-4E369174A90A}" srcOrd="1" destOrd="0" presId="urn:microsoft.com/office/officeart/2016/7/layout/RepeatingBendingProcessNew"/>
    <dgm:cxn modelId="{825DAE2D-E09F-4F90-9EE8-C1F1DAC6F5BE}" type="presParOf" srcId="{FCD0B313-15B8-4AFF-BA8B-4E369174A90A}" destId="{E4154D68-BFB7-4F2A-A721-6A82B37AF4C2}" srcOrd="0" destOrd="0" presId="urn:microsoft.com/office/officeart/2016/7/layout/RepeatingBendingProcessNew"/>
    <dgm:cxn modelId="{D80E10AA-7DD1-42F6-A610-C985C2F7CC61}" type="presParOf" srcId="{11036E7D-C17B-4E6B-8B41-FAE7F218E214}" destId="{79509BF7-C47C-433E-A9A8-15963D626109}" srcOrd="2" destOrd="0" presId="urn:microsoft.com/office/officeart/2016/7/layout/RepeatingBendingProcessNew"/>
    <dgm:cxn modelId="{FEB2C07F-A160-4648-9411-30FF7A194819}" type="presParOf" srcId="{11036E7D-C17B-4E6B-8B41-FAE7F218E214}" destId="{5887D011-5389-419E-9700-B231A35BC3B5}" srcOrd="3" destOrd="0" presId="urn:microsoft.com/office/officeart/2016/7/layout/RepeatingBendingProcessNew"/>
    <dgm:cxn modelId="{71C3CDEA-2FAC-4BEF-91C3-3AE8702FE4F4}" type="presParOf" srcId="{5887D011-5389-419E-9700-B231A35BC3B5}" destId="{44CDF5EF-A522-45A4-851F-DA8E08858910}" srcOrd="0" destOrd="0" presId="urn:microsoft.com/office/officeart/2016/7/layout/RepeatingBendingProcessNew"/>
    <dgm:cxn modelId="{A7BE8FA6-02FD-48F5-81D6-FEC81C56B6DC}" type="presParOf" srcId="{11036E7D-C17B-4E6B-8B41-FAE7F218E214}" destId="{69CB895D-C636-4F74-98F2-D138C44D66BC}" srcOrd="4" destOrd="0" presId="urn:microsoft.com/office/officeart/2016/7/layout/RepeatingBendingProcessNew"/>
    <dgm:cxn modelId="{40603330-BC28-4DFE-9D55-B3945E015DE6}" type="presParOf" srcId="{11036E7D-C17B-4E6B-8B41-FAE7F218E214}" destId="{A5FEF826-4B6A-45A5-B3D8-C4D5BADEFE70}" srcOrd="5" destOrd="0" presId="urn:microsoft.com/office/officeart/2016/7/layout/RepeatingBendingProcessNew"/>
    <dgm:cxn modelId="{2AAC18F0-552B-411F-9234-CFAC598C97C6}" type="presParOf" srcId="{A5FEF826-4B6A-45A5-B3D8-C4D5BADEFE70}" destId="{A04FC331-5951-4F8F-A3E0-0E3C3D9CDC5E}" srcOrd="0" destOrd="0" presId="urn:microsoft.com/office/officeart/2016/7/layout/RepeatingBendingProcessNew"/>
    <dgm:cxn modelId="{E23324CA-0935-4E7A-B3E0-83E23A832106}" type="presParOf" srcId="{11036E7D-C17B-4E6B-8B41-FAE7F218E214}" destId="{A86E1DDA-765E-402F-AA2B-5D0B63BA432F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8BEAB-C74F-4756-AB63-D455B980FB0A}">
      <dsp:nvSpPr>
        <dsp:cNvPr id="0" name=""/>
        <dsp:cNvSpPr/>
      </dsp:nvSpPr>
      <dsp:spPr>
        <a:xfrm>
          <a:off x="2902" y="180765"/>
          <a:ext cx="2302370" cy="32233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502" tIns="330200" rIns="17950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Try to fit the previous points on a line</a:t>
          </a:r>
        </a:p>
      </dsp:txBody>
      <dsp:txXfrm>
        <a:off x="2902" y="1405626"/>
        <a:ext cx="2302370" cy="1933991"/>
      </dsp:txXfrm>
    </dsp:sp>
    <dsp:sp modelId="{9817197B-BCA6-4132-A93F-3CE0FD60BFF4}">
      <dsp:nvSpPr>
        <dsp:cNvPr id="0" name=""/>
        <dsp:cNvSpPr/>
      </dsp:nvSpPr>
      <dsp:spPr>
        <a:xfrm>
          <a:off x="670589" y="503097"/>
          <a:ext cx="966995" cy="96699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391" tIns="12700" rIns="7539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12202" y="644710"/>
        <a:ext cx="683769" cy="683769"/>
      </dsp:txXfrm>
    </dsp:sp>
    <dsp:sp modelId="{3CF05313-B938-4D9B-B0CE-2278C15354C3}">
      <dsp:nvSpPr>
        <dsp:cNvPr id="0" name=""/>
        <dsp:cNvSpPr/>
      </dsp:nvSpPr>
      <dsp:spPr>
        <a:xfrm>
          <a:off x="2902" y="3404012"/>
          <a:ext cx="2302370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6308DE-1E68-406F-B3A0-96BACEFEFE51}">
      <dsp:nvSpPr>
        <dsp:cNvPr id="0" name=""/>
        <dsp:cNvSpPr/>
      </dsp:nvSpPr>
      <dsp:spPr>
        <a:xfrm>
          <a:off x="2535510" y="180765"/>
          <a:ext cx="2302370" cy="32233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502" tIns="330200" rIns="179502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the slope equation and find the slope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 = y2 – y1 / x2 – x1</a:t>
          </a:r>
          <a:endParaRPr lang="en-US" sz="1800" kern="1200" dirty="0"/>
        </a:p>
      </dsp:txBody>
      <dsp:txXfrm>
        <a:off x="2535510" y="1405626"/>
        <a:ext cx="2302370" cy="1933991"/>
      </dsp:txXfrm>
    </dsp:sp>
    <dsp:sp modelId="{C57E7E84-9001-44A9-9ABB-308ED30C0902}">
      <dsp:nvSpPr>
        <dsp:cNvPr id="0" name=""/>
        <dsp:cNvSpPr/>
      </dsp:nvSpPr>
      <dsp:spPr>
        <a:xfrm>
          <a:off x="3203197" y="503097"/>
          <a:ext cx="966995" cy="96699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391" tIns="12700" rIns="7539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344810" y="644710"/>
        <a:ext cx="683769" cy="683769"/>
      </dsp:txXfrm>
    </dsp:sp>
    <dsp:sp modelId="{12C42F86-EEB0-4059-9AED-8EB4850F5405}">
      <dsp:nvSpPr>
        <dsp:cNvPr id="0" name=""/>
        <dsp:cNvSpPr/>
      </dsp:nvSpPr>
      <dsp:spPr>
        <a:xfrm>
          <a:off x="2535510" y="3404012"/>
          <a:ext cx="2302370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81A76E-917A-4B3F-950D-930785279C43}">
      <dsp:nvSpPr>
        <dsp:cNvPr id="0" name=""/>
        <dsp:cNvSpPr/>
      </dsp:nvSpPr>
      <dsp:spPr>
        <a:xfrm>
          <a:off x="5068118" y="180765"/>
          <a:ext cx="2302370" cy="32233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502" tIns="330200" rIns="17950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Find the y-intercept e.g. b of the equation</a:t>
          </a:r>
        </a:p>
      </dsp:txBody>
      <dsp:txXfrm>
        <a:off x="5068118" y="1405626"/>
        <a:ext cx="2302370" cy="1933991"/>
      </dsp:txXfrm>
    </dsp:sp>
    <dsp:sp modelId="{F9DDE3A5-80A2-4F27-93CB-CA1B28FD2E54}">
      <dsp:nvSpPr>
        <dsp:cNvPr id="0" name=""/>
        <dsp:cNvSpPr/>
      </dsp:nvSpPr>
      <dsp:spPr>
        <a:xfrm>
          <a:off x="5735805" y="503097"/>
          <a:ext cx="966995" cy="96699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391" tIns="12700" rIns="7539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5877418" y="644710"/>
        <a:ext cx="683769" cy="683769"/>
      </dsp:txXfrm>
    </dsp:sp>
    <dsp:sp modelId="{14DA0D7B-C6BB-46C6-B2F0-8B3F6FCDFA59}">
      <dsp:nvSpPr>
        <dsp:cNvPr id="0" name=""/>
        <dsp:cNvSpPr/>
      </dsp:nvSpPr>
      <dsp:spPr>
        <a:xfrm>
          <a:off x="5068118" y="3404012"/>
          <a:ext cx="2302370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DB829E-8196-44AD-B95D-354F18F17ECE}">
      <dsp:nvSpPr>
        <dsp:cNvPr id="0" name=""/>
        <dsp:cNvSpPr/>
      </dsp:nvSpPr>
      <dsp:spPr>
        <a:xfrm>
          <a:off x="7600725" y="180765"/>
          <a:ext cx="2302370" cy="32233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502" tIns="330200" rIns="17950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Substitute x values on the equation to find the y values</a:t>
          </a:r>
        </a:p>
      </dsp:txBody>
      <dsp:txXfrm>
        <a:off x="7600725" y="1405626"/>
        <a:ext cx="2302370" cy="1933991"/>
      </dsp:txXfrm>
    </dsp:sp>
    <dsp:sp modelId="{7CB064D4-5154-47DB-A82F-69597A312730}">
      <dsp:nvSpPr>
        <dsp:cNvPr id="0" name=""/>
        <dsp:cNvSpPr/>
      </dsp:nvSpPr>
      <dsp:spPr>
        <a:xfrm>
          <a:off x="8268413" y="503097"/>
          <a:ext cx="966995" cy="96699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5391" tIns="12700" rIns="7539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410026" y="644710"/>
        <a:ext cx="683769" cy="683769"/>
      </dsp:txXfrm>
    </dsp:sp>
    <dsp:sp modelId="{5682ECE0-EA21-40B4-AE53-AC3E93909236}">
      <dsp:nvSpPr>
        <dsp:cNvPr id="0" name=""/>
        <dsp:cNvSpPr/>
      </dsp:nvSpPr>
      <dsp:spPr>
        <a:xfrm>
          <a:off x="7600725" y="3404012"/>
          <a:ext cx="2302370" cy="7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E983A-C1DB-4041-858D-E851B83C9F20}">
      <dsp:nvSpPr>
        <dsp:cNvPr id="0" name=""/>
        <dsp:cNvSpPr/>
      </dsp:nvSpPr>
      <dsp:spPr>
        <a:xfrm>
          <a:off x="0" y="519"/>
          <a:ext cx="6692748" cy="1215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6652A-68BB-4F69-95B9-FAD940A6D16F}">
      <dsp:nvSpPr>
        <dsp:cNvPr id="0" name=""/>
        <dsp:cNvSpPr/>
      </dsp:nvSpPr>
      <dsp:spPr>
        <a:xfrm>
          <a:off x="367665" y="273989"/>
          <a:ext cx="668483" cy="66848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92F32-B935-488F-B2B3-E072339AE367}">
      <dsp:nvSpPr>
        <dsp:cNvPr id="0" name=""/>
        <dsp:cNvSpPr/>
      </dsp:nvSpPr>
      <dsp:spPr>
        <a:xfrm>
          <a:off x="1403815" y="519"/>
          <a:ext cx="5288932" cy="121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2" tIns="128632" rIns="128632" bIns="128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Prediction:</a:t>
          </a:r>
          <a:r>
            <a:rPr lang="en-US" sz="1700" kern="1200" dirty="0"/>
            <a:t> Given new input values, regression models can be used to predict the likely value of the dependent variable.</a:t>
          </a:r>
        </a:p>
      </dsp:txBody>
      <dsp:txXfrm>
        <a:off x="1403815" y="519"/>
        <a:ext cx="5288932" cy="1215424"/>
      </dsp:txXfrm>
    </dsp:sp>
    <dsp:sp modelId="{AAA9D59D-BB9F-4191-BA56-CDA0433D80A4}">
      <dsp:nvSpPr>
        <dsp:cNvPr id="0" name=""/>
        <dsp:cNvSpPr/>
      </dsp:nvSpPr>
      <dsp:spPr>
        <a:xfrm>
          <a:off x="0" y="1519799"/>
          <a:ext cx="6692748" cy="1215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124F0-04B4-407E-AC07-8B78078DB28D}">
      <dsp:nvSpPr>
        <dsp:cNvPr id="0" name=""/>
        <dsp:cNvSpPr/>
      </dsp:nvSpPr>
      <dsp:spPr>
        <a:xfrm>
          <a:off x="367665" y="1793270"/>
          <a:ext cx="668483" cy="668483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CEE89-8BCA-4768-923F-FED3E4E80F77}">
      <dsp:nvSpPr>
        <dsp:cNvPr id="0" name=""/>
        <dsp:cNvSpPr/>
      </dsp:nvSpPr>
      <dsp:spPr>
        <a:xfrm>
          <a:off x="1403815" y="1519799"/>
          <a:ext cx="5288932" cy="121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2" tIns="128632" rIns="128632" bIns="128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Inference:</a:t>
          </a:r>
          <a:r>
            <a:rPr lang="en-US" sz="1700" kern="1200" dirty="0"/>
            <a:t> Regression analysis can help us understand the relationship between variables and provide insights into how changes in the predictors affect the outcome.</a:t>
          </a:r>
        </a:p>
      </dsp:txBody>
      <dsp:txXfrm>
        <a:off x="1403815" y="1519799"/>
        <a:ext cx="5288932" cy="1215424"/>
      </dsp:txXfrm>
    </dsp:sp>
    <dsp:sp modelId="{DDB17DA7-E8F6-4BBC-9763-BDE882A480A8}">
      <dsp:nvSpPr>
        <dsp:cNvPr id="0" name=""/>
        <dsp:cNvSpPr/>
      </dsp:nvSpPr>
      <dsp:spPr>
        <a:xfrm>
          <a:off x="0" y="3039080"/>
          <a:ext cx="6692748" cy="1215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D4D64-D73E-4F80-8E01-253C2FDB918A}">
      <dsp:nvSpPr>
        <dsp:cNvPr id="0" name=""/>
        <dsp:cNvSpPr/>
      </dsp:nvSpPr>
      <dsp:spPr>
        <a:xfrm>
          <a:off x="367665" y="3312550"/>
          <a:ext cx="668483" cy="668483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5428B-4A3C-4F5C-8A70-BAE5704F2046}">
      <dsp:nvSpPr>
        <dsp:cNvPr id="0" name=""/>
        <dsp:cNvSpPr/>
      </dsp:nvSpPr>
      <dsp:spPr>
        <a:xfrm>
          <a:off x="1403815" y="3039080"/>
          <a:ext cx="5288932" cy="121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2" tIns="128632" rIns="128632" bIns="128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Control:</a:t>
          </a:r>
          <a:r>
            <a:rPr lang="en-US" sz="1700" kern="1200" dirty="0"/>
            <a:t> In experimental settings, regression can be used to determine how changes in the independent variables impact the dependent variable, allowing for better control over the experimental conditions.</a:t>
          </a:r>
        </a:p>
      </dsp:txBody>
      <dsp:txXfrm>
        <a:off x="1403815" y="3039080"/>
        <a:ext cx="5288932" cy="1215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D56FB-486D-4368-B55C-F4A7814F336D}">
      <dsp:nvSpPr>
        <dsp:cNvPr id="0" name=""/>
        <dsp:cNvSpPr/>
      </dsp:nvSpPr>
      <dsp:spPr>
        <a:xfrm>
          <a:off x="0" y="22235"/>
          <a:ext cx="6296297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Ordinary Least Squares (OLS)</a:t>
          </a:r>
        </a:p>
      </dsp:txBody>
      <dsp:txXfrm>
        <a:off x="29271" y="51506"/>
        <a:ext cx="6237755" cy="541083"/>
      </dsp:txXfrm>
    </dsp:sp>
    <dsp:sp modelId="{61E6EC74-5F76-4275-8340-6C0830F6C301}">
      <dsp:nvSpPr>
        <dsp:cNvPr id="0" name=""/>
        <dsp:cNvSpPr/>
      </dsp:nvSpPr>
      <dsp:spPr>
        <a:xfrm>
          <a:off x="0" y="693860"/>
          <a:ext cx="6296297" cy="599625"/>
        </a:xfrm>
        <a:prstGeom prst="roundRect">
          <a:avLst/>
        </a:prstGeom>
        <a:solidFill>
          <a:schemeClr val="accent2">
            <a:hueOff val="-622030"/>
            <a:satOff val="-3291"/>
            <a:lumOff val="-125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Gradient Descent (GD)</a:t>
          </a:r>
        </a:p>
      </dsp:txBody>
      <dsp:txXfrm>
        <a:off x="29271" y="723131"/>
        <a:ext cx="6237755" cy="541083"/>
      </dsp:txXfrm>
    </dsp:sp>
    <dsp:sp modelId="{4C654282-B2C7-4298-81B4-8A3E6DC14A37}">
      <dsp:nvSpPr>
        <dsp:cNvPr id="0" name=""/>
        <dsp:cNvSpPr/>
      </dsp:nvSpPr>
      <dsp:spPr>
        <a:xfrm>
          <a:off x="0" y="1365486"/>
          <a:ext cx="6296297" cy="599625"/>
        </a:xfrm>
        <a:prstGeom prst="roundRect">
          <a:avLst/>
        </a:prstGeom>
        <a:solidFill>
          <a:schemeClr val="accent2">
            <a:hueOff val="-1244059"/>
            <a:satOff val="-6581"/>
            <a:lumOff val="-251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Ridge</a:t>
          </a:r>
        </a:p>
      </dsp:txBody>
      <dsp:txXfrm>
        <a:off x="29271" y="1394757"/>
        <a:ext cx="6237755" cy="541083"/>
      </dsp:txXfrm>
    </dsp:sp>
    <dsp:sp modelId="{D757919C-6F50-4114-AC49-D6F61480B01C}">
      <dsp:nvSpPr>
        <dsp:cNvPr id="0" name=""/>
        <dsp:cNvSpPr/>
      </dsp:nvSpPr>
      <dsp:spPr>
        <a:xfrm>
          <a:off x="0" y="2037111"/>
          <a:ext cx="6296297" cy="599625"/>
        </a:xfrm>
        <a:prstGeom prst="roundRect">
          <a:avLst/>
        </a:prstGeom>
        <a:solidFill>
          <a:schemeClr val="accent2">
            <a:hueOff val="-1866089"/>
            <a:satOff val="-9872"/>
            <a:lumOff val="-376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Lasso</a:t>
          </a:r>
        </a:p>
      </dsp:txBody>
      <dsp:txXfrm>
        <a:off x="29271" y="2066382"/>
        <a:ext cx="6237755" cy="541083"/>
      </dsp:txXfrm>
    </dsp:sp>
    <dsp:sp modelId="{6B39ACF5-CAA1-4C54-BF26-0C3959CB3A0F}">
      <dsp:nvSpPr>
        <dsp:cNvPr id="0" name=""/>
        <dsp:cNvSpPr/>
      </dsp:nvSpPr>
      <dsp:spPr>
        <a:xfrm>
          <a:off x="0" y="2708736"/>
          <a:ext cx="6296297" cy="599625"/>
        </a:xfrm>
        <a:prstGeom prst="roundRect">
          <a:avLst/>
        </a:prstGeom>
        <a:solidFill>
          <a:schemeClr val="accent2">
            <a:hueOff val="-2488118"/>
            <a:satOff val="-13162"/>
            <a:lumOff val="-501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Elastic Net</a:t>
          </a:r>
        </a:p>
      </dsp:txBody>
      <dsp:txXfrm>
        <a:off x="29271" y="2738007"/>
        <a:ext cx="6237755" cy="541083"/>
      </dsp:txXfrm>
    </dsp:sp>
    <dsp:sp modelId="{9920746C-E487-4391-B1F5-7FC82B8366AD}">
      <dsp:nvSpPr>
        <dsp:cNvPr id="0" name=""/>
        <dsp:cNvSpPr/>
      </dsp:nvSpPr>
      <dsp:spPr>
        <a:xfrm>
          <a:off x="0" y="3380361"/>
          <a:ext cx="6296297" cy="599625"/>
        </a:xfrm>
        <a:prstGeom prst="roundRec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Stochastic Gradient Decent (SGD)</a:t>
          </a:r>
        </a:p>
      </dsp:txBody>
      <dsp:txXfrm>
        <a:off x="29271" y="3409632"/>
        <a:ext cx="6237755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0B313-15B8-4AFF-BA8B-4E369174A90A}">
      <dsp:nvSpPr>
        <dsp:cNvPr id="0" name=""/>
        <dsp:cNvSpPr/>
      </dsp:nvSpPr>
      <dsp:spPr>
        <a:xfrm>
          <a:off x="3122169" y="706913"/>
          <a:ext cx="54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669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80597" y="749752"/>
        <a:ext cx="28813" cy="5762"/>
      </dsp:txXfrm>
    </dsp:sp>
    <dsp:sp modelId="{B76604B8-1F74-402B-A200-B44CA21FB08B}">
      <dsp:nvSpPr>
        <dsp:cNvPr id="0" name=""/>
        <dsp:cNvSpPr/>
      </dsp:nvSpPr>
      <dsp:spPr>
        <a:xfrm>
          <a:off x="618447" y="977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Initialization:</a:t>
          </a:r>
          <a:r>
            <a:rPr lang="en-US" sz="1700" kern="1200"/>
            <a:t> Start with initial values for the parameters of the model.</a:t>
          </a:r>
        </a:p>
      </dsp:txBody>
      <dsp:txXfrm>
        <a:off x="618447" y="977"/>
        <a:ext cx="2505521" cy="1503312"/>
      </dsp:txXfrm>
    </dsp:sp>
    <dsp:sp modelId="{5887D011-5389-419E-9700-B231A35BC3B5}">
      <dsp:nvSpPr>
        <dsp:cNvPr id="0" name=""/>
        <dsp:cNvSpPr/>
      </dsp:nvSpPr>
      <dsp:spPr>
        <a:xfrm>
          <a:off x="6203960" y="706913"/>
          <a:ext cx="54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669" y="45720"/>
              </a:lnTo>
            </a:path>
          </a:pathLst>
        </a:custGeom>
        <a:noFill/>
        <a:ln w="9525" cap="rnd" cmpd="sng" algn="ctr">
          <a:solidFill>
            <a:schemeClr val="accent5">
              <a:hueOff val="-1002469"/>
              <a:satOff val="551"/>
              <a:lumOff val="26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62388" y="749752"/>
        <a:ext cx="28813" cy="5762"/>
      </dsp:txXfrm>
    </dsp:sp>
    <dsp:sp modelId="{79509BF7-C47C-433E-A9A8-15963D626109}">
      <dsp:nvSpPr>
        <dsp:cNvPr id="0" name=""/>
        <dsp:cNvSpPr/>
      </dsp:nvSpPr>
      <dsp:spPr>
        <a:xfrm>
          <a:off x="3700238" y="977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-668312"/>
                <a:satOff val="367"/>
                <a:lumOff val="1765"/>
                <a:alphaOff val="0"/>
                <a:tint val="98000"/>
                <a:lumMod val="100000"/>
              </a:schemeClr>
            </a:gs>
            <a:gs pos="100000">
              <a:schemeClr val="accent5">
                <a:hueOff val="-668312"/>
                <a:satOff val="367"/>
                <a:lumOff val="176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Compute the Gradient:</a:t>
          </a:r>
          <a:r>
            <a:rPr lang="en-US" sz="1700" kern="1200" dirty="0"/>
            <a:t> Calculate the gradient of the cost function with respect to </a:t>
          </a:r>
          <a:r>
            <a:rPr lang="en-US" sz="1700" b="1" kern="1200" dirty="0"/>
            <a:t>EACH PARAMETER</a:t>
          </a:r>
          <a:r>
            <a:rPr lang="en-US" sz="1700" kern="1200" dirty="0"/>
            <a:t>.</a:t>
          </a:r>
        </a:p>
      </dsp:txBody>
      <dsp:txXfrm>
        <a:off x="3700238" y="977"/>
        <a:ext cx="2505521" cy="1503312"/>
      </dsp:txXfrm>
    </dsp:sp>
    <dsp:sp modelId="{A5FEF826-4B6A-45A5-B3D8-C4D5BADEFE70}">
      <dsp:nvSpPr>
        <dsp:cNvPr id="0" name=""/>
        <dsp:cNvSpPr/>
      </dsp:nvSpPr>
      <dsp:spPr>
        <a:xfrm>
          <a:off x="1871208" y="1502490"/>
          <a:ext cx="6163582" cy="545669"/>
        </a:xfrm>
        <a:custGeom>
          <a:avLst/>
          <a:gdLst/>
          <a:ahLst/>
          <a:cxnLst/>
          <a:rect l="0" t="0" r="0" b="0"/>
          <a:pathLst>
            <a:path>
              <a:moveTo>
                <a:pt x="6163582" y="0"/>
              </a:moveTo>
              <a:lnTo>
                <a:pt x="6163582" y="289934"/>
              </a:lnTo>
              <a:lnTo>
                <a:pt x="0" y="289934"/>
              </a:lnTo>
              <a:lnTo>
                <a:pt x="0" y="545669"/>
              </a:lnTo>
            </a:path>
          </a:pathLst>
        </a:custGeom>
        <a:noFill/>
        <a:ln w="9525" cap="rnd" cmpd="sng" algn="ctr">
          <a:solidFill>
            <a:schemeClr val="accent5">
              <a:hueOff val="-2004937"/>
              <a:satOff val="1102"/>
              <a:lumOff val="52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98237" y="1772443"/>
        <a:ext cx="309523" cy="5762"/>
      </dsp:txXfrm>
    </dsp:sp>
    <dsp:sp modelId="{69CB895D-C636-4F74-98F2-D138C44D66BC}">
      <dsp:nvSpPr>
        <dsp:cNvPr id="0" name=""/>
        <dsp:cNvSpPr/>
      </dsp:nvSpPr>
      <dsp:spPr>
        <a:xfrm>
          <a:off x="6782029" y="977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-1336625"/>
                <a:satOff val="735"/>
                <a:lumOff val="3529"/>
                <a:alphaOff val="0"/>
                <a:tint val="98000"/>
                <a:lumMod val="100000"/>
              </a:schemeClr>
            </a:gs>
            <a:gs pos="100000">
              <a:schemeClr val="accent5">
                <a:hueOff val="-1336625"/>
                <a:satOff val="735"/>
                <a:lumOff val="3529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Update the Parameters:</a:t>
          </a:r>
          <a:r>
            <a:rPr lang="en-US" sz="1700" kern="1200" dirty="0"/>
            <a:t> Adjust the parameters by moving in the opposite direction of the gradient.</a:t>
          </a:r>
        </a:p>
      </dsp:txBody>
      <dsp:txXfrm>
        <a:off x="6782029" y="977"/>
        <a:ext cx="2505521" cy="1503312"/>
      </dsp:txXfrm>
    </dsp:sp>
    <dsp:sp modelId="{A86E1DDA-765E-402F-AA2B-5D0B63BA432F}">
      <dsp:nvSpPr>
        <dsp:cNvPr id="0" name=""/>
        <dsp:cNvSpPr/>
      </dsp:nvSpPr>
      <dsp:spPr>
        <a:xfrm>
          <a:off x="618447" y="2080559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Repeat:</a:t>
          </a:r>
          <a:r>
            <a:rPr lang="en-US" sz="1700" kern="1200"/>
            <a:t> Steps 2 and 3 are repeated iteratively until a stopping criterion is met.</a:t>
          </a:r>
        </a:p>
      </dsp:txBody>
      <dsp:txXfrm>
        <a:off x="618447" y="2080559"/>
        <a:ext cx="2505521" cy="1503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759C9-1330-495C-9DB6-8C1676BE4664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0D102-67C5-472C-845B-B11A71803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6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0D102-67C5-472C-845B-B11A718036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9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0D102-67C5-472C-845B-B11A718036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30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0D102-67C5-472C-845B-B11A7180362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9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F2A0A57-8509-42BC-AAC7-7953B63B0E06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780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7305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0904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811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367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4553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8133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649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4776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898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76D3-B039-46DD-ACEF-712986F43A75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8007-413A-4345-94B5-4FE15241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7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76D3-B039-46DD-ACEF-712986F43A75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8007-413A-4345-94B5-4FE15241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33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7193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76D3-B039-46DD-ACEF-712986F43A75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8007-413A-4345-94B5-4FE15241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95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76D3-B039-46DD-ACEF-712986F43A75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8007-413A-4345-94B5-4FE15241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9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85504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4125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5A76D3-B039-46DD-ACEF-712986F43A75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F18007-413A-4345-94B5-4FE15241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23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2303000" y="1637533"/>
            <a:ext cx="7586000" cy="33024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2098602" y="1725618"/>
            <a:ext cx="7856400" cy="318454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/>
              <a:t>Supervised</a:t>
            </a:r>
            <a:br>
              <a:rPr lang="en-US" sz="7200" b="1" dirty="0"/>
            </a:br>
            <a:r>
              <a:rPr lang="en-US" sz="7200" b="1" dirty="0"/>
              <a:t>Machine Learning</a:t>
            </a:r>
            <a:endParaRPr b="1"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2538765" y="5153888"/>
            <a:ext cx="7856400" cy="6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 rtl="1"/>
            <a:r>
              <a:rPr lang="en" sz="2000" b="1" dirty="0"/>
              <a:t>Eng- Mohamed Khaled Idris</a:t>
            </a:r>
          </a:p>
          <a:p>
            <a:pPr algn="ctr" rtl="1"/>
            <a:r>
              <a:rPr lang="en" sz="2000" b="1" dirty="0"/>
              <a:t>Eng- Mayar Swilam</a:t>
            </a:r>
            <a:endParaRPr sz="2000" b="1" dirty="0"/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798CC066-2971-907F-5885-ED1CAE8640D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" y="-30475"/>
            <a:ext cx="12192000" cy="68884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880A8-640C-4590-0F9E-F40A0A8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012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624F-D600-C7B7-EEB1-43681D7F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5" y="1125511"/>
            <a:ext cx="7135566" cy="26569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Supervised Machine Learning (Regression)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3BE9A-FDFF-B4A3-5F8B-8F63D27A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88433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3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13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D330-22BC-5414-3F3A-49FF1CFD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Regression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3D2C-BD95-9F8A-9AC1-16497CD8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5CCB0-E755-C836-FF99-CAC9D8836CEB}"/>
              </a:ext>
            </a:extLst>
          </p:cNvPr>
          <p:cNvSpPr txBox="1"/>
          <p:nvPr/>
        </p:nvSpPr>
        <p:spPr>
          <a:xfrm>
            <a:off x="1141412" y="2097088"/>
            <a:ext cx="99059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used in data analysis to model the relationship between a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(also called the outcome or target variable) and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one or more independent variables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(also known as predictor variables or features).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9A78-2B64-8100-58EE-3C975DF1A34C}"/>
              </a:ext>
            </a:extLst>
          </p:cNvPr>
          <p:cNvSpPr txBox="1"/>
          <p:nvPr/>
        </p:nvSpPr>
        <p:spPr>
          <a:xfrm>
            <a:off x="1141412" y="3990181"/>
            <a:ext cx="9905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 regression analysis is to understand and quantify how changes in the independent variables are associated with changes in the dependent variable.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AD0F83-022A-A421-3613-74F34E07EF8B}"/>
              </a:ext>
            </a:extLst>
          </p:cNvPr>
          <p:cNvSpPr/>
          <p:nvPr/>
        </p:nvSpPr>
        <p:spPr>
          <a:xfrm>
            <a:off x="928846" y="5227312"/>
            <a:ext cx="10331127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 simpler terms, regression helps us predict or estimate a continuous numerical outcome based on one or more input variables.</a:t>
            </a:r>
          </a:p>
        </p:txBody>
      </p:sp>
    </p:spTree>
    <p:extLst>
      <p:ext uri="{BB962C8B-B14F-4D97-AF65-F5344CB8AC3E}">
        <p14:creationId xmlns:p14="http://schemas.microsoft.com/office/powerpoint/2010/main" val="318330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arison of different colored dots&#10;&#10;Description automatically generated">
            <a:extLst>
              <a:ext uri="{FF2B5EF4-FFF2-40B4-BE49-F238E27FC236}">
                <a16:creationId xmlns:a16="http://schemas.microsoft.com/office/drawing/2014/main" id="{4C29148E-59B3-AD86-275B-FD5BC49DA84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8" r="1" b="1132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D62A0-56D9-E3B8-CF55-7E8EAC67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35406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mtClean="0"/>
              <a:pPr defTabSz="4572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3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B832-435E-EC31-4EAA-908BD2AB7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E0257-A5FB-DFF1-CF8E-9CBE24AE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63D6B57-4BF4-94A3-02F5-45AFBDEAD566}"/>
              </a:ext>
            </a:extLst>
          </p:cNvPr>
          <p:cNvGraphicFramePr>
            <a:graphicFrameLocks noGrp="1"/>
          </p:cNvGraphicFramePr>
          <p:nvPr/>
        </p:nvGraphicFramePr>
        <p:xfrm>
          <a:off x="1388740" y="2689715"/>
          <a:ext cx="9658670" cy="1478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9810">
                  <a:extLst>
                    <a:ext uri="{9D8B030D-6E8A-4147-A177-3AD203B41FA5}">
                      <a16:colId xmlns:a16="http://schemas.microsoft.com/office/drawing/2014/main" val="1481599965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9357584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066012306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110462137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5684148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203603621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3453427584"/>
                    </a:ext>
                  </a:extLst>
                </a:gridCol>
              </a:tblGrid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496315"/>
                  </a:ext>
                </a:extLst>
              </a:tr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67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75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54DE-6CA1-BF68-24EE-3B4528EC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0" y="1122363"/>
            <a:ext cx="755903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Suggest a way to solve for x = 5, x =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6FBE5-CC3E-AC6E-3BDA-4DFB4A45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533" y="5413248"/>
            <a:ext cx="6434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7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29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C2A46-486B-A45E-49CF-CD0A8A47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One of the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A94DD-7221-C999-7E76-6F46776F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8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8" name="TextBox 4">
            <a:extLst>
              <a:ext uri="{FF2B5EF4-FFF2-40B4-BE49-F238E27FC236}">
                <a16:creationId xmlns:a16="http://schemas.microsoft.com/office/drawing/2014/main" id="{A6A4B94B-3F55-0B92-398B-F574B471108D}"/>
              </a:ext>
            </a:extLst>
          </p:cNvPr>
          <p:cNvGraphicFramePr/>
          <p:nvPr/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3086572-59EE-6908-D2FA-6559688BFE70}"/>
              </a:ext>
            </a:extLst>
          </p:cNvPr>
          <p:cNvSpPr/>
          <p:nvPr/>
        </p:nvSpPr>
        <p:spPr>
          <a:xfrm>
            <a:off x="6094410" y="896138"/>
            <a:ext cx="34948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 = mx + b</a:t>
            </a:r>
          </a:p>
        </p:txBody>
      </p:sp>
    </p:spTree>
    <p:extLst>
      <p:ext uri="{BB962C8B-B14F-4D97-AF65-F5344CB8AC3E}">
        <p14:creationId xmlns:p14="http://schemas.microsoft.com/office/powerpoint/2010/main" val="1311138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line and dots&#10;&#10;Description automatically generated">
            <a:extLst>
              <a:ext uri="{FF2B5EF4-FFF2-40B4-BE49-F238E27FC236}">
                <a16:creationId xmlns:a16="http://schemas.microsoft.com/office/drawing/2014/main" id="{C08B8931-EB63-10B5-9C36-10B48B83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57038"/>
            <a:ext cx="10905066" cy="41439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5EA53-5D18-7D6C-69B8-52763868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07818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bg1"/>
                </a:solidFill>
              </a:rPr>
              <a:pPr defTabSz="457200">
                <a:spcAft>
                  <a:spcPts val="600"/>
                </a:spcAft>
              </a:pPr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68F8FE-6EF1-7AD9-DCA7-721E43076F0C}"/>
              </a:ext>
            </a:extLst>
          </p:cNvPr>
          <p:cNvSpPr/>
          <p:nvPr/>
        </p:nvSpPr>
        <p:spPr>
          <a:xfrm>
            <a:off x="492948" y="4498976"/>
            <a:ext cx="1073153" cy="5746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2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3C06-BC84-F5AC-DD6F-45292698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 = 5x + 5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6AE28-C216-9BCB-56C3-1022E0CE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5439DEE-3475-3B6E-093B-D3800EB46BEF}"/>
              </a:ext>
            </a:extLst>
          </p:cNvPr>
          <p:cNvGraphicFramePr>
            <a:graphicFrameLocks noGrp="1"/>
          </p:cNvGraphicFramePr>
          <p:nvPr/>
        </p:nvGraphicFramePr>
        <p:xfrm>
          <a:off x="1388740" y="2689715"/>
          <a:ext cx="9658670" cy="1478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9810">
                  <a:extLst>
                    <a:ext uri="{9D8B030D-6E8A-4147-A177-3AD203B41FA5}">
                      <a16:colId xmlns:a16="http://schemas.microsoft.com/office/drawing/2014/main" val="1481599965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9357584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066012306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110462137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5684148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203603621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3453427584"/>
                    </a:ext>
                  </a:extLst>
                </a:gridCol>
              </a:tblGrid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496315"/>
                  </a:ext>
                </a:extLst>
              </a:tr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67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35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3C06-BC84-F5AC-DD6F-45292698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 = 5x + 5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6AE28-C216-9BCB-56C3-1022E0CE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5439DEE-3475-3B6E-093B-D3800EB46BEF}"/>
              </a:ext>
            </a:extLst>
          </p:cNvPr>
          <p:cNvGraphicFramePr>
            <a:graphicFrameLocks noGrp="1"/>
          </p:cNvGraphicFramePr>
          <p:nvPr/>
        </p:nvGraphicFramePr>
        <p:xfrm>
          <a:off x="1388740" y="2689715"/>
          <a:ext cx="9658670" cy="1478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9810">
                  <a:extLst>
                    <a:ext uri="{9D8B030D-6E8A-4147-A177-3AD203B41FA5}">
                      <a16:colId xmlns:a16="http://schemas.microsoft.com/office/drawing/2014/main" val="1481599965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9357584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066012306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110462137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5684148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203603621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3453427584"/>
                    </a:ext>
                  </a:extLst>
                </a:gridCol>
              </a:tblGrid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496315"/>
                  </a:ext>
                </a:extLst>
              </a:tr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67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34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E451-2FE7-FAB0-60F9-F3DCCEC9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B2128-2C0B-36B1-CBA8-7091114F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3C0C384-E7BB-6F0D-5294-2D681BA38FAF}"/>
              </a:ext>
            </a:extLst>
          </p:cNvPr>
          <p:cNvGraphicFramePr>
            <a:graphicFrameLocks noGrp="1"/>
          </p:cNvGraphicFramePr>
          <p:nvPr/>
        </p:nvGraphicFramePr>
        <p:xfrm>
          <a:off x="1388740" y="2689715"/>
          <a:ext cx="9658670" cy="1478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9810">
                  <a:extLst>
                    <a:ext uri="{9D8B030D-6E8A-4147-A177-3AD203B41FA5}">
                      <a16:colId xmlns:a16="http://schemas.microsoft.com/office/drawing/2014/main" val="1481599965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9357584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066012306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110462137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2568414860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4203603621"/>
                    </a:ext>
                  </a:extLst>
                </a:gridCol>
                <a:gridCol w="1379810">
                  <a:extLst>
                    <a:ext uri="{9D8B030D-6E8A-4147-A177-3AD203B41FA5}">
                      <a16:colId xmlns:a16="http://schemas.microsoft.com/office/drawing/2014/main" val="3453427584"/>
                    </a:ext>
                  </a:extLst>
                </a:gridCol>
              </a:tblGrid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496315"/>
                  </a:ext>
                </a:extLst>
              </a:tr>
              <a:tr h="7392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67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92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2FA3-E933-6A53-3F8D-7DA53BAF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The entire problem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02C1518-DB87-46A6-FA28-9FADFFF3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8" y="951493"/>
            <a:ext cx="9386887" cy="29754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F4F52-AC2E-6A4B-6CF8-1792912F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627C44-2E3F-455F-A5C5-81D1052251DA}"/>
              </a:ext>
            </a:extLst>
          </p:cNvPr>
          <p:cNvSpPr/>
          <p:nvPr/>
        </p:nvSpPr>
        <p:spPr>
          <a:xfrm>
            <a:off x="1423988" y="3540814"/>
            <a:ext cx="1090612" cy="411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5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1456-C5CD-C0E0-0530-FAB4B8C0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E17E-0C70-10EE-DDFE-FB81D96E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5C67-847F-37E5-3AB6-2B985FC3114D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linear regression, the goal is to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 THE BEST-FITTING STRAIGHT LINE (LINEAR EQUATION)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that represents the relationship between the predictor(s) and the target variable.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58522B-E567-1250-3621-F5942E955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919" y="3856696"/>
            <a:ext cx="7284162" cy="238278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3351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BC58-67EE-8B49-31AD-5988E6F3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What is regression used for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34CA4-E78B-A3B7-8C0E-C2DC60D9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7217" y="5883274"/>
            <a:ext cx="69019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15</a:t>
            </a:fld>
            <a:endParaRPr lang="en-US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49D254C5-128E-A144-1A2D-A061D094F7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780748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3927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A9D4-1DDC-2AC4-EAAE-4EA925B4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0" y="1122363"/>
            <a:ext cx="755903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25EBD-5A0B-AB50-5C55-3877F6AF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533" y="5413248"/>
            <a:ext cx="6434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16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6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8AF6-2E24-FA00-B9D8-B96AB73E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6490-1975-2394-84FD-5A3406E5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99F59-5A30-84B9-E37E-2AE3AE3FA1E1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 a statistical method used to model the relationship between a dependent variable (target) and one or more independent variables (predictors) by 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assuming a linear relationship between them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84AF7-1C8C-FB81-5EB3-59B8D482F46B}"/>
              </a:ext>
            </a:extLst>
          </p:cNvPr>
          <p:cNvSpPr txBox="1"/>
          <p:nvPr/>
        </p:nvSpPr>
        <p:spPr>
          <a:xfrm>
            <a:off x="1141412" y="3612436"/>
            <a:ext cx="9905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It's one of the simplest and most commonly used regression techniques.</a:t>
            </a:r>
          </a:p>
        </p:txBody>
      </p:sp>
      <p:pic>
        <p:nvPicPr>
          <p:cNvPr id="10" name="Picture 9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5E74CE67-1BAD-FB86-6B54-1AF4B8B51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867" y="4335635"/>
            <a:ext cx="6051085" cy="22704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5275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1" y="76201"/>
            <a:ext cx="8288866" cy="3335866"/>
          </a:xfrm>
        </p:spPr>
        <p:txBody>
          <a:bodyPr/>
          <a:lstStyle/>
          <a:p>
            <a:r>
              <a:rPr lang="en-US" dirty="0"/>
              <a:t>Theta0= 5 , theta 1 = 2 , h(x) = 5 + 2x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 = 1/ 14 (0+1+4+4+4+25+9)= 47/14=3.3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555011"/>
              </p:ext>
            </p:extLst>
          </p:nvPr>
        </p:nvGraphicFramePr>
        <p:xfrm>
          <a:off x="91546" y="3519488"/>
          <a:ext cx="990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h(x)</a:t>
                      </a:r>
                      <a:r>
                        <a:rPr lang="en-US" baseline="0" dirty="0"/>
                        <a:t> -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(h(x)</a:t>
                      </a:r>
                      <a:r>
                        <a:rPr lang="en-US" baseline="0" dirty="0"/>
                        <a:t> – y)^2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870" y="147551"/>
            <a:ext cx="2082797" cy="285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19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0128-5002-0F8C-4DDA-3E47E9F0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Methods to find </a:t>
            </a:r>
            <a:r>
              <a:rPr lang="en-US" b="1" dirty="0" err="1"/>
              <a:t>thE</a:t>
            </a:r>
            <a:r>
              <a:rPr lang="en-US" b="1" dirty="0"/>
              <a:t> best fitting-line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D1AEB-EA84-E380-9D2C-D3E2534F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19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3" name="TextBox 4">
            <a:extLst>
              <a:ext uri="{FF2B5EF4-FFF2-40B4-BE49-F238E27FC236}">
                <a16:creationId xmlns:a16="http://schemas.microsoft.com/office/drawing/2014/main" id="{FFD8EFB8-E05C-0856-96BE-68B87A7C53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011697"/>
              </p:ext>
            </p:extLst>
          </p:nvPr>
        </p:nvGraphicFramePr>
        <p:xfrm>
          <a:off x="4423954" y="1254035"/>
          <a:ext cx="6296297" cy="400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307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E3EA-8DB2-5792-BAEC-57E2D853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09B32-31F0-C483-BF26-833F07E4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2383A-D51D-1C15-81DB-CB4EC9D5A4C5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 an iterative optimization algorithm used to find the minimum of a function, particularly in machine learning and numerical optimization.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7637C-F356-08F1-59A5-CA481EDDECE5}"/>
              </a:ext>
            </a:extLst>
          </p:cNvPr>
          <p:cNvSpPr txBox="1"/>
          <p:nvPr/>
        </p:nvSpPr>
        <p:spPr>
          <a:xfrm>
            <a:off x="1141411" y="3429000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It's widely used for updating the parameters of a model in order to minimize a 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COST FUNCTION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 objective function.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B9785A-AC98-88BB-8E7B-FB45A6E0FD6B}"/>
              </a:ext>
            </a:extLst>
          </p:cNvPr>
          <p:cNvSpPr txBox="1"/>
          <p:nvPr/>
        </p:nvSpPr>
        <p:spPr>
          <a:xfrm>
            <a:off x="1141410" y="4629329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"gradient" in gradient descent refers to the </a:t>
            </a:r>
            <a:r>
              <a:rPr lang="ar-SA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gradient vector of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PARTIAL DERIVATIVES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of the function with respect to its parameters.</a:t>
            </a:r>
          </a:p>
        </p:txBody>
      </p:sp>
    </p:spTree>
    <p:extLst>
      <p:ext uri="{BB962C8B-B14F-4D97-AF65-F5344CB8AC3E}">
        <p14:creationId xmlns:p14="http://schemas.microsoft.com/office/powerpoint/2010/main" val="1277262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871F-DD75-0AAF-CC69-A9A85B2E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Idea of Gradient Descent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CF384-A908-BE60-A2E3-3AA8BA3F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89ECB-939F-BD22-E035-835B7A5B7350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idea behind gradient descent is to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ITERATIVELY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adjust the parameters of a model in the direction of the steepest descent (negative gradient) of the cost function.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03675-8431-6205-2B23-DA3FECF470B9}"/>
              </a:ext>
            </a:extLst>
          </p:cNvPr>
          <p:cNvSpPr txBox="1"/>
          <p:nvPr/>
        </p:nvSpPr>
        <p:spPr>
          <a:xfrm>
            <a:off x="1141411" y="3575658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 repeatedly taking steps in the direction that reduces the value of the cost function, the algorithm eventually converges to a local or global minimum.</a:t>
            </a:r>
          </a:p>
        </p:txBody>
      </p:sp>
    </p:spTree>
    <p:extLst>
      <p:ext uri="{BB962C8B-B14F-4D97-AF65-F5344CB8AC3E}">
        <p14:creationId xmlns:p14="http://schemas.microsoft.com/office/powerpoint/2010/main" val="1817654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weight loss&#10;&#10;Description automatically generated">
            <a:extLst>
              <a:ext uri="{FF2B5EF4-FFF2-40B4-BE49-F238E27FC236}">
                <a16:creationId xmlns:a16="http://schemas.microsoft.com/office/drawing/2014/main" id="{BF6F73D4-1A3D-1DFD-50F2-1BDC6637D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05" y="643467"/>
            <a:ext cx="8985589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C0B7B-5406-0138-39D7-F2C64507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93100-68D6-89F6-986F-CB022B358232}"/>
              </a:ext>
            </a:extLst>
          </p:cNvPr>
          <p:cNvSpPr txBox="1"/>
          <p:nvPr/>
        </p:nvSpPr>
        <p:spPr>
          <a:xfrm>
            <a:off x="1569106" y="2087047"/>
            <a:ext cx="78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(Error)</a:t>
            </a:r>
          </a:p>
        </p:txBody>
      </p:sp>
    </p:spTree>
    <p:extLst>
      <p:ext uri="{BB962C8B-B14F-4D97-AF65-F5344CB8AC3E}">
        <p14:creationId xmlns:p14="http://schemas.microsoft.com/office/powerpoint/2010/main" val="1046176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D9AB-0A6E-1C1D-A8C3-BA474D9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Steps of the gradient descent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F1278-C9EC-D486-44C7-11F73E94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23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2" name="TextBox 8">
            <a:extLst>
              <a:ext uri="{FF2B5EF4-FFF2-40B4-BE49-F238E27FC236}">
                <a16:creationId xmlns:a16="http://schemas.microsoft.com/office/drawing/2014/main" id="{0D54F150-7ACD-F490-D4A1-12A3A3F42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4811568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F556AD3-20E7-4E7C-3F92-7E4411AD43D1}"/>
              </a:ext>
            </a:extLst>
          </p:cNvPr>
          <p:cNvSpPr txBox="1"/>
          <p:nvPr/>
        </p:nvSpPr>
        <p:spPr>
          <a:xfrm>
            <a:off x="6478485" y="165692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New Parameter=Old Parameter−Learning Rate</a:t>
            </a:r>
            <a:r>
              <a:rPr lang="ar-SA" b="1" dirty="0"/>
              <a:t> </a:t>
            </a:r>
            <a:r>
              <a:rPr lang="en-US" b="1" dirty="0"/>
              <a:t>×</a:t>
            </a:r>
            <a:r>
              <a:rPr lang="ar-SA" b="1" dirty="0"/>
              <a:t> </a:t>
            </a:r>
            <a:r>
              <a:rPr lang="en-US" b="1" dirty="0"/>
              <a:t>Gradient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0DC619A-311C-1B0C-FC1F-08106FE815A9}"/>
              </a:ext>
            </a:extLst>
          </p:cNvPr>
          <p:cNvSpPr/>
          <p:nvPr/>
        </p:nvSpPr>
        <p:spPr>
          <a:xfrm>
            <a:off x="9159240" y="2000607"/>
            <a:ext cx="152400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57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109B-2CD4-836F-C02C-87E6BB6F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/>
              <a:t>Types of Gradient Descent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3C952-F3C6-B53D-F760-BB714868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E015960-AFFA-A05B-AFDA-1D247128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2" y="951493"/>
            <a:ext cx="7912994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3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E9E9-1554-CA36-1801-25196683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89B5B-33E4-9131-A35C-9A5D195B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5B99B-FB1B-E2CB-EAC9-19DA150804A6}"/>
              </a:ext>
            </a:extLst>
          </p:cNvPr>
          <p:cNvSpPr txBox="1"/>
          <p:nvPr/>
        </p:nvSpPr>
        <p:spPr>
          <a:xfrm>
            <a:off x="1011078" y="2459504"/>
            <a:ext cx="101666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are using (Least Square) and must be added to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COST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Our required parameters is M slope and b y-intercept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will use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Batch Gradient Descent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order to modify the M and b parameters as to minimize the cost function (Error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will be iterative until the stopping criteria is met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line generated by using best m and b values are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BEST FITTING-LINE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448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F84D-F317-2928-037C-49E3F1D5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EEA68-AE9C-7051-0A13-795A97F4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23F5D-D8BB-98D7-72DE-81658A1D4633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linear regression,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cost function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(also known as the loss function or objective function) quantifies how well the model's predictions match the actual observed values.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59DDD-8C2C-66E0-EEB7-567FA2287046}"/>
              </a:ext>
            </a:extLst>
          </p:cNvPr>
          <p:cNvSpPr txBox="1"/>
          <p:nvPr/>
        </p:nvSpPr>
        <p:spPr>
          <a:xfrm>
            <a:off x="1141411" y="3429000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goal of linear regression is to find the parameters (coefficients) of the linear equation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THAT MINIMIZE THIS COST FUNCTION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7151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CC2F-C47C-E1FA-683D-DD2909FA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/>
              <a:t>Mean Squared Error (MSE)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5EF3-4B5F-2587-3390-A0167082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525F022-67E7-DADA-E9EA-0852E6FC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951493"/>
            <a:ext cx="9586912" cy="29754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5AE160-B2C8-186A-FC90-E9A615C01524}"/>
              </a:ext>
            </a:extLst>
          </p:cNvPr>
          <p:cNvSpPr/>
          <p:nvPr/>
        </p:nvSpPr>
        <p:spPr>
          <a:xfrm>
            <a:off x="1314450" y="4156507"/>
            <a:ext cx="978184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This one will be used as cost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6E9555-B82B-6B92-74BB-E4FA061E84A5}"/>
              </a:ext>
            </a:extLst>
          </p:cNvPr>
          <p:cNvSpPr/>
          <p:nvPr/>
        </p:nvSpPr>
        <p:spPr>
          <a:xfrm>
            <a:off x="2819400" y="1816101"/>
            <a:ext cx="1996440" cy="55086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DFFA32-61A8-16FF-69A5-22C112C411D9}"/>
              </a:ext>
            </a:extLst>
          </p:cNvPr>
          <p:cNvCxnSpPr/>
          <p:nvPr/>
        </p:nvCxnSpPr>
        <p:spPr>
          <a:xfrm flipH="1">
            <a:off x="4815840" y="2066925"/>
            <a:ext cx="109728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58027D-E242-86CA-5052-14541CFA1204}"/>
              </a:ext>
            </a:extLst>
          </p:cNvPr>
          <p:cNvSpPr txBox="1"/>
          <p:nvPr/>
        </p:nvSpPr>
        <p:spPr>
          <a:xfrm>
            <a:off x="5913120" y="1869757"/>
            <a:ext cx="164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Least Squares</a:t>
            </a:r>
          </a:p>
        </p:txBody>
      </p:sp>
    </p:spTree>
    <p:extLst>
      <p:ext uri="{BB962C8B-B14F-4D97-AF65-F5344CB8AC3E}">
        <p14:creationId xmlns:p14="http://schemas.microsoft.com/office/powerpoint/2010/main" val="4041605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FA24-8034-34B4-66B3-E8138DFC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Root Mean Squared Error (RMSE)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9BDD1-DD1A-0B58-D789-BD5C618D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grey background with white text&#10;&#10;Description automatically generated">
            <a:extLst>
              <a:ext uri="{FF2B5EF4-FFF2-40B4-BE49-F238E27FC236}">
                <a16:creationId xmlns:a16="http://schemas.microsoft.com/office/drawing/2014/main" id="{59C8DB6B-C59C-0714-6EF5-2FEE0B519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35" y="1544283"/>
            <a:ext cx="10266669" cy="178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42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AFCA-7831-D197-D164-168D98E0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74" y="4576651"/>
            <a:ext cx="10360253" cy="129709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Mean absolute Error (MAE)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E95E9-8C4F-4959-1476-081EB2AA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373" y="3444307"/>
            <a:ext cx="643566" cy="304741"/>
          </a:xfrm>
        </p:spPr>
        <p:txBody>
          <a:bodyPr/>
          <a:lstStyle/>
          <a:p>
            <a:pPr defTabSz="758952">
              <a:spcAft>
                <a:spcPts val="600"/>
              </a:spcAft>
            </a:pPr>
            <a:fld id="{34B7E4EF-A1BD-40F4-AB7B-04F084DD991D}" type="slidenum">
              <a:rPr lang="en-US" sz="87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758952">
                <a:spcAft>
                  <a:spcPts val="600"/>
                </a:spcAft>
              </a:pPr>
              <a:t>29</a:t>
            </a:fld>
            <a:endParaRPr lang="en-US"/>
          </a:p>
        </p:txBody>
      </p:sp>
      <p:pic>
        <p:nvPicPr>
          <p:cNvPr id="6" name="Picture 5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D9F8F895-4AC7-B011-2C77-F3493EE3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105" y="1457855"/>
            <a:ext cx="9497841" cy="187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8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91A4-BEB8-A615-5EFD-0FE1AE2C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A121A-E03F-1EC9-41B9-744A5FC0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ACE9F55-FBC1-1A90-0057-483900D2D076}"/>
                  </a:ext>
                </a:extLst>
              </p:cNvPr>
              <p:cNvSpPr/>
              <p:nvPr/>
            </p:nvSpPr>
            <p:spPr>
              <a:xfrm>
                <a:off x="1537395" y="2097088"/>
                <a:ext cx="9114033" cy="313932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1" cap="none" spc="0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J(b0, b1)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5400" b="1" i="1" cap="none" spc="0" smtClean="0">
                            <a:ln w="13462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>
                              <a:outerShdw dist="38100" dir="2700000" algn="bl" rotWithShape="0">
                                <a:schemeClr val="accent5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sz="5400" b="1" i="1" cap="none" spc="0" smtClean="0">
                                <a:ln w="13462">
                                  <a:solidFill>
                                    <a:schemeClr val="bg1"/>
                                  </a:solidFill>
                                  <a:prstDash val="solid"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>
                                  <a:outerShdw dist="38100" dir="2700000" algn="bl" rotWithShape="0">
                                    <a:schemeClr val="accent5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5400" b="1" i="1" cap="none" spc="0" smtClean="0">
                                    <a:ln w="13462">
                                      <a:solidFill>
                                        <a:schemeClr val="bg1"/>
                                      </a:solidFill>
                                      <a:prstDash val="solid"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>
                                      <a:outerShdw dist="38100" dir="2700000" algn="bl" rotWithShape="0">
                                        <a:schemeClr val="accent5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5400" b="1" i="1" cap="none" spc="0" smtClean="0">
                                        <a:ln w="13462">
                                          <a:solidFill>
                                            <a:schemeClr val="bg1"/>
                                          </a:solidFill>
                                          <a:prstDash val="solid"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>
                                          <a:outerShdw dist="38100" dir="2700000" algn="bl" rotWithShape="0">
                                            <a:schemeClr val="accent5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1" i="1" cap="none" spc="0" smtClean="0">
                                        <a:ln w="13462">
                                          <a:solidFill>
                                            <a:schemeClr val="bg1"/>
                                          </a:solidFill>
                                          <a:prstDash val="solid"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>
                                          <a:outerShdw dist="38100" dir="2700000" algn="bl" rotWithShape="0">
                                            <a:schemeClr val="accent5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5400" b="1" i="1" cap="none" spc="0" smtClean="0">
                                        <a:ln w="13462">
                                          <a:solidFill>
                                            <a:schemeClr val="bg1"/>
                                          </a:solidFill>
                                          <a:prstDash val="solid"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>
                                          <a:outerShdw dist="38100" dir="2700000" algn="bl" rotWithShape="0">
                                            <a:schemeClr val="accent5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5400" b="1" i="1" cap="none" spc="0" smtClean="0">
                                    <a:ln w="13462">
                                      <a:solidFill>
                                        <a:schemeClr val="bg1"/>
                                      </a:solidFill>
                                      <a:prstDash val="solid"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>
                                      <a:outerShdw dist="38100" dir="2700000" algn="bl" rotWithShape="0">
                                        <a:schemeClr val="accent5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sz="5400" b="1" i="1" cap="none" spc="0" smtClean="0">
                                        <a:ln w="13462">
                                          <a:solidFill>
                                            <a:schemeClr val="bg1"/>
                                          </a:solidFill>
                                          <a:prstDash val="solid"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>
                                          <a:outerShdw dist="38100" dir="2700000" algn="bl" rotWithShape="0">
                                            <a:schemeClr val="accent5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400" b="1" i="1" cap="none" spc="0" smtClean="0">
                                        <a:ln w="13462">
                                          <a:solidFill>
                                            <a:schemeClr val="bg1"/>
                                          </a:solidFill>
                                          <a:prstDash val="solid"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>
                                          <a:outerShdw dist="38100" dir="2700000" algn="bl" rotWithShape="0">
                                            <a:schemeClr val="accent5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US" sz="5400" b="1" i="1" cap="none" spc="0" smtClean="0">
                                        <a:ln w="13462">
                                          <a:solidFill>
                                            <a:schemeClr val="bg1"/>
                                          </a:solidFill>
                                          <a:prstDash val="solid"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>
                                          <a:outerShdw dist="38100" dir="2700000" algn="bl" rotWithShape="0">
                                            <a:schemeClr val="accent5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5400" b="1" i="1" cap="none" spc="0" smtClean="0">
                                <a:ln w="13462">
                                  <a:solidFill>
                                    <a:schemeClr val="bg1"/>
                                  </a:solidFill>
                                  <a:prstDash val="solid"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>
                                  <a:outerShdw dist="38100" dir="2700000" algn="bl" rotWithShape="0">
                                    <a:schemeClr val="accent5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en-US" sz="5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sz="4000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b="1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Where h</a:t>
                </a:r>
                <a:r>
                  <a:rPr lang="en-US" sz="4000" b="1" baseline="-25000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 </a:t>
                </a:r>
                <a:r>
                  <a:rPr lang="en-US" sz="4000" b="1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= b</a:t>
                </a:r>
                <a:r>
                  <a:rPr lang="en-US" sz="4000" b="1" baseline="-25000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0</a:t>
                </a:r>
                <a:r>
                  <a:rPr lang="en-US" sz="4000" b="1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 + b</a:t>
                </a:r>
                <a:r>
                  <a:rPr lang="en-US" sz="4000" b="1" baseline="-25000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1</a:t>
                </a:r>
                <a:r>
                  <a:rPr lang="en-US" sz="4000" b="1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x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b="1" cap="none" spc="0" dirty="0">
                    <a:ln w="13462">
                      <a:solidFill>
                        <a:schemeClr val="bg1"/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dist="38100" dir="2700000" algn="bl" rotWithShape="0">
                        <a:schemeClr val="accent5"/>
                      </a:outerShdw>
                    </a:effectLst>
                  </a:rPr>
                  <a:t>And J is cost function of MSE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ACE9F55-FBC1-1A90-0057-483900D2D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395" y="2097088"/>
                <a:ext cx="9114033" cy="31393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816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93A6-0B06-7BCB-8860-1E97342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5" y="1113282"/>
            <a:ext cx="4966332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/>
              <a:t>The relation between j, b0 and b1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6B8E-463A-C621-C37A-C6B012FB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58A02B0E-29FA-9C99-086E-5E83E6E53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47" y="1717012"/>
            <a:ext cx="4635583" cy="34164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075514-CB75-6A59-AFDB-34FC2C043839}"/>
              </a:ext>
            </a:extLst>
          </p:cNvPr>
          <p:cNvSpPr/>
          <p:nvPr/>
        </p:nvSpPr>
        <p:spPr>
          <a:xfrm>
            <a:off x="995363" y="4829175"/>
            <a:ext cx="1016317" cy="593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3CD40-8164-9DBB-C7C9-5A3CE49C3FDD}"/>
              </a:ext>
            </a:extLst>
          </p:cNvPr>
          <p:cNvSpPr/>
          <p:nvPr/>
        </p:nvSpPr>
        <p:spPr>
          <a:xfrm>
            <a:off x="2877396" y="5021858"/>
            <a:ext cx="9909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3D</a:t>
            </a:r>
          </a:p>
        </p:txBody>
      </p:sp>
    </p:spTree>
    <p:extLst>
      <p:ext uri="{BB962C8B-B14F-4D97-AF65-F5344CB8AC3E}">
        <p14:creationId xmlns:p14="http://schemas.microsoft.com/office/powerpoint/2010/main" val="3469795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8C6D5-6E49-333C-FC73-B333C6E5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/>
              <a:t>To Remember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BF439-817A-841C-CB2B-F3BC272C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21A06847-CD26-12B8-8B48-2590D7553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143" y="821115"/>
            <a:ext cx="6916115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83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urve&#10;&#10;Description automatically generated">
            <a:extLst>
              <a:ext uri="{FF2B5EF4-FFF2-40B4-BE49-F238E27FC236}">
                <a16:creationId xmlns:a16="http://schemas.microsoft.com/office/drawing/2014/main" id="{662C503B-1BFA-2215-5C07-BB8FA5B18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3480E-DAD1-85F2-722E-C8716D1C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33</a:t>
            </a:fld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3E1D89-18A1-7310-20D5-AA269F0C9AE9}"/>
              </a:ext>
            </a:extLst>
          </p:cNvPr>
          <p:cNvCxnSpPr>
            <a:cxnSpLocks/>
          </p:cNvCxnSpPr>
          <p:nvPr/>
        </p:nvCxnSpPr>
        <p:spPr>
          <a:xfrm>
            <a:off x="2621280" y="1435101"/>
            <a:ext cx="1341120" cy="3046412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E84F98A-3725-D5E2-A39E-997D36D679D0}"/>
              </a:ext>
            </a:extLst>
          </p:cNvPr>
          <p:cNvSpPr/>
          <p:nvPr/>
        </p:nvSpPr>
        <p:spPr>
          <a:xfrm>
            <a:off x="6317866" y="5204774"/>
            <a:ext cx="507350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slope is NEGATIVE</a:t>
            </a:r>
          </a:p>
        </p:txBody>
      </p:sp>
    </p:spTree>
    <p:extLst>
      <p:ext uri="{BB962C8B-B14F-4D97-AF65-F5344CB8AC3E}">
        <p14:creationId xmlns:p14="http://schemas.microsoft.com/office/powerpoint/2010/main" val="3164138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weight loss&#10;&#10;Description automatically generated">
            <a:extLst>
              <a:ext uri="{FF2B5EF4-FFF2-40B4-BE49-F238E27FC236}">
                <a16:creationId xmlns:a16="http://schemas.microsoft.com/office/drawing/2014/main" id="{1B9753DE-C855-79C5-E85D-B7D15A611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05" y="643467"/>
            <a:ext cx="8985589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A1E2-9748-7395-B47A-670E0D6A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34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5FAF8-BE6F-858D-0C99-075E50E87905}"/>
              </a:ext>
            </a:extLst>
          </p:cNvPr>
          <p:cNvSpPr/>
          <p:nvPr/>
        </p:nvSpPr>
        <p:spPr>
          <a:xfrm>
            <a:off x="6663330" y="5677993"/>
            <a:ext cx="483016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slope is POSITIVE</a:t>
            </a:r>
          </a:p>
        </p:txBody>
      </p:sp>
    </p:spTree>
    <p:extLst>
      <p:ext uri="{BB962C8B-B14F-4D97-AF65-F5344CB8AC3E}">
        <p14:creationId xmlns:p14="http://schemas.microsoft.com/office/powerpoint/2010/main" val="59119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E9E9-D288-0B1C-4DB3-2752ABC9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/>
              <a:t>Learning Rate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75573-F68D-9ABB-40C0-60CBFF20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35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C8471FD9-3DE1-D09A-9A0C-5CB589607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13" y="876378"/>
            <a:ext cx="9275224" cy="319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5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804677"/>
              </p:ext>
            </p:extLst>
          </p:nvPr>
        </p:nvGraphicFramePr>
        <p:xfrm>
          <a:off x="641880" y="947791"/>
          <a:ext cx="4971520" cy="2301240"/>
        </p:xfrm>
        <a:graphic>
          <a:graphicData uri="http://schemas.openxmlformats.org/drawingml/2006/table">
            <a:tbl>
              <a:tblPr/>
              <a:tblGrid>
                <a:gridCol w="94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Area </a:t>
                      </a:r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Calibri"/>
                        </a:rPr>
                        <a:t>x1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Rooms</a:t>
                      </a:r>
                      <a:r>
                        <a:rPr lang="en-US" sz="1100" b="0" i="0" dirty="0">
                          <a:effectLst/>
                          <a:latin typeface="WordVisiPilcrow_MSFontService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Calibri"/>
                        </a:rPr>
                        <a:t> x2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Age </a:t>
                      </a:r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Calibri"/>
                        </a:rPr>
                        <a:t>x3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Sea </a:t>
                      </a:r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Calibri"/>
                        </a:rPr>
                        <a:t>x4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Price</a:t>
                      </a:r>
                      <a:r>
                        <a:rPr lang="en-US" sz="1100" b="0" i="0" dirty="0">
                          <a:effectLst/>
                          <a:latin typeface="WordVisiPilcrow_MSFontService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120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3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4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150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60</a:t>
                      </a:r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1</a:t>
                      </a:r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15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50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100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4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>
                          <a:effectLst/>
                          <a:latin typeface="WordVisi_MSFontService"/>
                        </a:rPr>
                        <a:t>1</a:t>
                      </a:r>
                      <a:r>
                        <a:rPr lang="en-US" sz="1100" b="0" i="0">
                          <a:effectLst/>
                          <a:latin typeface="Calibri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  <a:p>
                      <a:pPr algn="l" rtl="0" fontAlgn="base"/>
                      <a:r>
                        <a:rPr lang="en-US" sz="1100" b="0" i="0" dirty="0">
                          <a:effectLst/>
                          <a:latin typeface="WordVisi_MSFontService"/>
                        </a:rPr>
                        <a:t>230</a:t>
                      </a:r>
                      <a:r>
                        <a:rPr lang="en-US" sz="1100" b="0" i="0" dirty="0">
                          <a:effectLst/>
                          <a:latin typeface="Calibri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36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926666" y="1040686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/>
              <a:t>Theta </a:t>
            </a:r>
          </a:p>
          <a:p>
            <a:pPr fontAlgn="base"/>
            <a:r>
              <a:rPr lang="en-US" dirty="0"/>
              <a:t>   </a:t>
            </a:r>
          </a:p>
          <a:p>
            <a:pPr fontAlgn="base"/>
            <a:r>
              <a:rPr lang="en-US" dirty="0"/>
              <a:t>y = Θ1 X1 + Θ2 X2 + Θ 3 X3 + Θ 4 X4 </a:t>
            </a:r>
          </a:p>
          <a:p>
            <a:pPr fontAlgn="base"/>
            <a:r>
              <a:rPr lang="en-US" dirty="0"/>
              <a:t>  </a:t>
            </a:r>
          </a:p>
          <a:p>
            <a:pPr fontAlgn="base"/>
            <a:r>
              <a:rPr lang="en-US" dirty="0"/>
              <a:t>Y= 53.6 X1+8547 X2+653.3 X3 +452 X4 </a:t>
            </a:r>
          </a:p>
          <a:p>
            <a:pPr fontAlgn="base"/>
            <a:r>
              <a:rPr lang="en-US" dirty="0"/>
              <a:t>  </a:t>
            </a:r>
          </a:p>
          <a:p>
            <a:pPr fontAlgn="base"/>
            <a:r>
              <a:rPr lang="en-US" dirty="0"/>
              <a:t>1. Building Math Equation </a:t>
            </a:r>
          </a:p>
          <a:p>
            <a:pPr fontAlgn="base"/>
            <a:r>
              <a:rPr lang="en-US" dirty="0"/>
              <a:t>  </a:t>
            </a:r>
          </a:p>
          <a:p>
            <a:pPr fontAlgn="base"/>
            <a:r>
              <a:rPr lang="en-US" dirty="0"/>
              <a:t>2. </a:t>
            </a:r>
            <a:r>
              <a:rPr lang="en-US" dirty="0" err="1"/>
              <a:t>Randomised</a:t>
            </a:r>
            <a:r>
              <a:rPr lang="en-US" dirty="0"/>
              <a:t> Thetas: between 0 and 1 </a:t>
            </a:r>
          </a:p>
          <a:p>
            <a:pPr fontAlgn="base"/>
            <a:r>
              <a:rPr lang="en-US" dirty="0"/>
              <a:t>  </a:t>
            </a:r>
          </a:p>
          <a:p>
            <a:pPr fontAlgn="base"/>
            <a:r>
              <a:rPr lang="en-US" dirty="0"/>
              <a:t>a. Calculating Predicted Value </a:t>
            </a:r>
          </a:p>
          <a:p>
            <a:pPr fontAlgn="base"/>
            <a:r>
              <a:rPr lang="en-US" dirty="0"/>
              <a:t>   </a:t>
            </a:r>
          </a:p>
          <a:p>
            <a:pPr fontAlgn="base"/>
            <a:r>
              <a:rPr lang="en-US" dirty="0"/>
              <a:t>Phase 1: </a:t>
            </a:r>
          </a:p>
          <a:p>
            <a:pPr fontAlgn="base"/>
            <a:r>
              <a:rPr lang="en-US" dirty="0"/>
              <a:t>  </a:t>
            </a:r>
          </a:p>
          <a:p>
            <a:pPr fontAlgn="base"/>
            <a:r>
              <a:rPr lang="en-US" dirty="0"/>
              <a:t>y=0.56 X10.496 X2+0.87450 X3 +0.02036 X4 </a:t>
            </a:r>
          </a:p>
          <a:p>
            <a:pPr fontAlgn="base"/>
            <a:r>
              <a:rPr lang="en-US" dirty="0"/>
              <a:t>  </a:t>
            </a:r>
          </a:p>
          <a:p>
            <a:pPr fontAlgn="base"/>
            <a:r>
              <a:rPr lang="en-US" dirty="0"/>
              <a:t>y=0.56 120+0.4963-0.874504 +0.020361-170 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1" y="3441343"/>
            <a:ext cx="48090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Theta </a:t>
            </a:r>
          </a:p>
          <a:p>
            <a:pPr fontAlgn="base"/>
            <a:r>
              <a:rPr lang="en-US" dirty="0"/>
              <a:t>   </a:t>
            </a:r>
          </a:p>
          <a:p>
            <a:pPr fontAlgn="base"/>
            <a:r>
              <a:rPr lang="en-US" dirty="0"/>
              <a:t>y = Θ1 X1 + Θ2 X2 + Θ 3 X3 + Θ 4 X4 </a:t>
            </a:r>
          </a:p>
          <a:p>
            <a:pPr fontAlgn="base"/>
            <a:r>
              <a:rPr lang="en-US" dirty="0"/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3999731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EC64-DCC7-BA69-516B-11DF69532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68" y="1215496"/>
            <a:ext cx="536786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Questions</a:t>
            </a:r>
          </a:p>
        </p:txBody>
      </p:sp>
      <p:pic>
        <p:nvPicPr>
          <p:cNvPr id="69" name="Graphic 5" descr="Help">
            <a:extLst>
              <a:ext uri="{FF2B5EF4-FFF2-40B4-BE49-F238E27FC236}">
                <a16:creationId xmlns:a16="http://schemas.microsoft.com/office/drawing/2014/main" id="{F7C49DB2-71C7-42D8-790C-EFD11E09B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503" y="1539186"/>
            <a:ext cx="3525628" cy="352562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3110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92BD-7658-2385-8108-0E3A9F1F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5166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1448</TotalTime>
  <Words>1120</Words>
  <Application>Microsoft Office PowerPoint</Application>
  <PresentationFormat>Widescreen</PresentationFormat>
  <Paragraphs>285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Times New Roman</vt:lpstr>
      <vt:lpstr>WordVisi_MSFontService</vt:lpstr>
      <vt:lpstr>WordVisiPilcrow_MSFontService</vt:lpstr>
      <vt:lpstr>Celestial</vt:lpstr>
      <vt:lpstr>Supervised Machine Learning</vt:lpstr>
      <vt:lpstr>PowerPoint Presentation</vt:lpstr>
      <vt:lpstr>Supervised Machine Learning (Regression)</vt:lpstr>
      <vt:lpstr>What is Regression ?</vt:lpstr>
      <vt:lpstr>PowerPoint Presentation</vt:lpstr>
      <vt:lpstr>Example</vt:lpstr>
      <vt:lpstr>Suggest a way to solve for x = 5, x = 6</vt:lpstr>
      <vt:lpstr>One of the ideas</vt:lpstr>
      <vt:lpstr>PowerPoint Presentation</vt:lpstr>
      <vt:lpstr>y = 5x + 5</vt:lpstr>
      <vt:lpstr>y = 5x + 5</vt:lpstr>
      <vt:lpstr>What if</vt:lpstr>
      <vt:lpstr>The entire problem</vt:lpstr>
      <vt:lpstr>The Idea</vt:lpstr>
      <vt:lpstr>What is regression used for ?</vt:lpstr>
      <vt:lpstr>Linear Regression</vt:lpstr>
      <vt:lpstr>Linear Regression</vt:lpstr>
      <vt:lpstr>Theta0= 5 , theta 1 = 2 , h(x) = 5 + 2x  J = 1/ 14 (0+1+4+4+4+25+9)= 47/14=3.3</vt:lpstr>
      <vt:lpstr>Methods to find thE best fitting-line</vt:lpstr>
      <vt:lpstr>Gradient Descent</vt:lpstr>
      <vt:lpstr>The basic Idea of Gradient Descent</vt:lpstr>
      <vt:lpstr>PowerPoint Presentation</vt:lpstr>
      <vt:lpstr>Steps of the gradient descent</vt:lpstr>
      <vt:lpstr>Types of Gradient Descent</vt:lpstr>
      <vt:lpstr>Putting all together</vt:lpstr>
      <vt:lpstr>Cost functions</vt:lpstr>
      <vt:lpstr>Mean Squared Error (MSE)</vt:lpstr>
      <vt:lpstr>Root Mean Squared Error (RMSE)</vt:lpstr>
      <vt:lpstr>Mean absolute Error (MAE)</vt:lpstr>
      <vt:lpstr>The full Equation</vt:lpstr>
      <vt:lpstr>The relation between j, b0 and b1</vt:lpstr>
      <vt:lpstr>To Remember</vt:lpstr>
      <vt:lpstr>PowerPoint Presentation</vt:lpstr>
      <vt:lpstr>PowerPoint Presentation</vt:lpstr>
      <vt:lpstr>Learning Rate (Cont.)</vt:lpstr>
      <vt:lpstr>PowerPoint Presentation</vt:lpstr>
      <vt:lpstr>Questions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Machine Learning (Regression)</dc:title>
  <dc:creator>يوسف طارق عبدالمعبود البارودى</dc:creator>
  <cp:lastModifiedBy>Muhammad Khaled Muhammad Muhammad Ali Idris</cp:lastModifiedBy>
  <cp:revision>22</cp:revision>
  <dcterms:created xsi:type="dcterms:W3CDTF">2023-08-19T12:52:47Z</dcterms:created>
  <dcterms:modified xsi:type="dcterms:W3CDTF">2023-11-26T22:15:38Z</dcterms:modified>
</cp:coreProperties>
</file>